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98" r:id="rId5"/>
    <p:sldId id="256" r:id="rId6"/>
    <p:sldId id="296" r:id="rId7"/>
    <p:sldId id="257" r:id="rId8"/>
    <p:sldId id="271" r:id="rId9"/>
    <p:sldId id="281" r:id="rId10"/>
    <p:sldId id="304" r:id="rId11"/>
    <p:sldId id="282" r:id="rId12"/>
    <p:sldId id="283" r:id="rId13"/>
    <p:sldId id="287" r:id="rId14"/>
    <p:sldId id="288" r:id="rId15"/>
    <p:sldId id="291" r:id="rId16"/>
    <p:sldId id="305" r:id="rId17"/>
    <p:sldId id="299" r:id="rId18"/>
    <p:sldId id="300" r:id="rId19"/>
    <p:sldId id="301" r:id="rId20"/>
    <p:sldId id="292" r:id="rId21"/>
    <p:sldId id="293" r:id="rId22"/>
    <p:sldId id="294" r:id="rId23"/>
    <p:sldId id="302" r:id="rId24"/>
    <p:sldId id="30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2712C-C823-4D69-A59F-62D079B2F2A5}" v="111" dt="2026-01-12T10:18:58.722"/>
    <p1510:client id="{4616D75F-CA3A-4D40-98B7-B42AD3516A7A}" v="3" dt="2026-01-11T21:07:59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OWOLABI" userId="dc4f1fd0-955b-4143-9fd3-71e2b02a6507" providerId="ADAL" clId="{DF45D14C-9F50-4F00-A109-85956424A967}"/>
    <pc:docChg chg="undo redo custSel addSld delSld modSld">
      <pc:chgData name="JOSEPH OWOLABI" userId="dc4f1fd0-955b-4143-9fd3-71e2b02a6507" providerId="ADAL" clId="{DF45D14C-9F50-4F00-A109-85956424A967}" dt="2026-01-12T20:55:02.671" v="1033" actId="1076"/>
      <pc:docMkLst>
        <pc:docMk/>
      </pc:docMkLst>
      <pc:sldChg chg="modSp mod">
        <pc:chgData name="JOSEPH OWOLABI" userId="dc4f1fd0-955b-4143-9fd3-71e2b02a6507" providerId="ADAL" clId="{DF45D14C-9F50-4F00-A109-85956424A967}" dt="2026-01-12T10:50:56.831" v="963" actId="404"/>
        <pc:sldMkLst>
          <pc:docMk/>
          <pc:sldMk cId="1568904553" sldId="256"/>
        </pc:sldMkLst>
        <pc:graphicFrameChg chg="modGraphic">
          <ac:chgData name="JOSEPH OWOLABI" userId="dc4f1fd0-955b-4143-9fd3-71e2b02a6507" providerId="ADAL" clId="{DF45D14C-9F50-4F00-A109-85956424A967}" dt="2026-01-12T10:50:56.831" v="963" actId="404"/>
          <ac:graphicFrameMkLst>
            <pc:docMk/>
            <pc:sldMk cId="1568904553" sldId="256"/>
            <ac:graphicFrameMk id="7" creationId="{BC676C5A-CF35-FADC-AF79-DDFA9DF79555}"/>
          </ac:graphicFrameMkLst>
        </pc:graphicFrameChg>
      </pc:sldChg>
      <pc:sldChg chg="modSp mod">
        <pc:chgData name="JOSEPH OWOLABI" userId="dc4f1fd0-955b-4143-9fd3-71e2b02a6507" providerId="ADAL" clId="{DF45D14C-9F50-4F00-A109-85956424A967}" dt="2026-01-12T09:25:42.812" v="714" actId="20577"/>
        <pc:sldMkLst>
          <pc:docMk/>
          <pc:sldMk cId="2019233975" sldId="257"/>
        </pc:sldMkLst>
        <pc:spChg chg="mod">
          <ac:chgData name="JOSEPH OWOLABI" userId="dc4f1fd0-955b-4143-9fd3-71e2b02a6507" providerId="ADAL" clId="{DF45D14C-9F50-4F00-A109-85956424A967}" dt="2026-01-11T22:10:28.632" v="135" actId="20577"/>
          <ac:spMkLst>
            <pc:docMk/>
            <pc:sldMk cId="2019233975" sldId="257"/>
            <ac:spMk id="2" creationId="{A94B5E49-C905-7502-13EB-955FDFD5A358}"/>
          </ac:spMkLst>
        </pc:spChg>
        <pc:spChg chg="mod">
          <ac:chgData name="JOSEPH OWOLABI" userId="dc4f1fd0-955b-4143-9fd3-71e2b02a6507" providerId="ADAL" clId="{DF45D14C-9F50-4F00-A109-85956424A967}" dt="2026-01-12T09:25:42.812" v="714" actId="20577"/>
          <ac:spMkLst>
            <pc:docMk/>
            <pc:sldMk cId="2019233975" sldId="257"/>
            <ac:spMk id="3" creationId="{DE5046F0-EB5C-D552-4FFE-941607904E16}"/>
          </ac:spMkLst>
        </pc:spChg>
      </pc:sldChg>
      <pc:sldChg chg="modSp mod">
        <pc:chgData name="JOSEPH OWOLABI" userId="dc4f1fd0-955b-4143-9fd3-71e2b02a6507" providerId="ADAL" clId="{DF45D14C-9F50-4F00-A109-85956424A967}" dt="2026-01-11T22:21:32.501" v="288" actId="122"/>
        <pc:sldMkLst>
          <pc:docMk/>
          <pc:sldMk cId="259460450" sldId="271"/>
        </pc:sldMkLst>
        <pc:spChg chg="mod">
          <ac:chgData name="JOSEPH OWOLABI" userId="dc4f1fd0-955b-4143-9fd3-71e2b02a6507" providerId="ADAL" clId="{DF45D14C-9F50-4F00-A109-85956424A967}" dt="2026-01-11T22:11:46.400" v="137" actId="9"/>
          <ac:spMkLst>
            <pc:docMk/>
            <pc:sldMk cId="259460450" sldId="271"/>
            <ac:spMk id="2" creationId="{A94B5E49-C905-7502-13EB-955FDFD5A358}"/>
          </ac:spMkLst>
        </pc:spChg>
        <pc:spChg chg="mod">
          <ac:chgData name="JOSEPH OWOLABI" userId="dc4f1fd0-955b-4143-9fd3-71e2b02a6507" providerId="ADAL" clId="{DF45D14C-9F50-4F00-A109-85956424A967}" dt="2026-01-11T22:21:32.501" v="288" actId="122"/>
          <ac:spMkLst>
            <pc:docMk/>
            <pc:sldMk cId="259460450" sldId="271"/>
            <ac:spMk id="3" creationId="{DE5046F0-EB5C-D552-4FFE-941607904E16}"/>
          </ac:spMkLst>
        </pc:spChg>
      </pc:sldChg>
      <pc:sldChg chg="modSp mod">
        <pc:chgData name="JOSEPH OWOLABI" userId="dc4f1fd0-955b-4143-9fd3-71e2b02a6507" providerId="ADAL" clId="{DF45D14C-9F50-4F00-A109-85956424A967}" dt="2026-01-11T22:24:02.173" v="325" actId="255"/>
        <pc:sldMkLst>
          <pc:docMk/>
          <pc:sldMk cId="3319714052" sldId="281"/>
        </pc:sldMkLst>
        <pc:spChg chg="mod">
          <ac:chgData name="JOSEPH OWOLABI" userId="dc4f1fd0-955b-4143-9fd3-71e2b02a6507" providerId="ADAL" clId="{DF45D14C-9F50-4F00-A109-85956424A967}" dt="2026-01-11T22:24:02.173" v="325" actId="255"/>
          <ac:spMkLst>
            <pc:docMk/>
            <pc:sldMk cId="3319714052" sldId="281"/>
            <ac:spMk id="3" creationId="{70080103-D4F5-FF11-A722-09324655BC03}"/>
          </ac:spMkLst>
        </pc:spChg>
      </pc:sldChg>
      <pc:sldChg chg="addSp delSp modSp mod">
        <pc:chgData name="JOSEPH OWOLABI" userId="dc4f1fd0-955b-4143-9fd3-71e2b02a6507" providerId="ADAL" clId="{DF45D14C-9F50-4F00-A109-85956424A967}" dt="2026-01-12T10:52:52.204" v="976" actId="122"/>
        <pc:sldMkLst>
          <pc:docMk/>
          <pc:sldMk cId="1262164064" sldId="282"/>
        </pc:sldMkLst>
        <pc:spChg chg="mod">
          <ac:chgData name="JOSEPH OWOLABI" userId="dc4f1fd0-955b-4143-9fd3-71e2b02a6507" providerId="ADAL" clId="{DF45D14C-9F50-4F00-A109-85956424A967}" dt="2026-01-11T22:39:08.189" v="404" actId="20577"/>
          <ac:spMkLst>
            <pc:docMk/>
            <pc:sldMk cId="1262164064" sldId="282"/>
            <ac:spMk id="2" creationId="{3F401462-637C-20E8-F48A-8F959960E1EA}"/>
          </ac:spMkLst>
        </pc:spChg>
        <pc:spChg chg="mod">
          <ac:chgData name="JOSEPH OWOLABI" userId="dc4f1fd0-955b-4143-9fd3-71e2b02a6507" providerId="ADAL" clId="{DF45D14C-9F50-4F00-A109-85956424A967}" dt="2026-01-12T10:52:52.204" v="976" actId="122"/>
          <ac:spMkLst>
            <pc:docMk/>
            <pc:sldMk cId="1262164064" sldId="282"/>
            <ac:spMk id="3" creationId="{374B4C8F-8DE0-B204-1545-429BF0FBA080}"/>
          </ac:spMkLst>
        </pc:spChg>
        <pc:picChg chg="add del mod">
          <ac:chgData name="JOSEPH OWOLABI" userId="dc4f1fd0-955b-4143-9fd3-71e2b02a6507" providerId="ADAL" clId="{DF45D14C-9F50-4F00-A109-85956424A967}" dt="2026-01-11T22:32:14.179" v="351" actId="478"/>
          <ac:picMkLst>
            <pc:docMk/>
            <pc:sldMk cId="1262164064" sldId="282"/>
            <ac:picMk id="6" creationId="{7581F23F-16C4-CA98-2221-09B10F4C87F0}"/>
          </ac:picMkLst>
        </pc:picChg>
        <pc:picChg chg="add mod">
          <ac:chgData name="JOSEPH OWOLABI" userId="dc4f1fd0-955b-4143-9fd3-71e2b02a6507" providerId="ADAL" clId="{DF45D14C-9F50-4F00-A109-85956424A967}" dt="2026-01-12T10:21:58.199" v="917" actId="1036"/>
          <ac:picMkLst>
            <pc:docMk/>
            <pc:sldMk cId="1262164064" sldId="282"/>
            <ac:picMk id="8" creationId="{714E2144-A6C4-5747-878C-3064CFF44100}"/>
          </ac:picMkLst>
        </pc:picChg>
        <pc:picChg chg="add mod">
          <ac:chgData name="JOSEPH OWOLABI" userId="dc4f1fd0-955b-4143-9fd3-71e2b02a6507" providerId="ADAL" clId="{DF45D14C-9F50-4F00-A109-85956424A967}" dt="2026-01-11T22:32:32.472" v="360" actId="1076"/>
          <ac:picMkLst>
            <pc:docMk/>
            <pc:sldMk cId="1262164064" sldId="282"/>
            <ac:picMk id="2050" creationId="{3BEE752D-74AF-4AD5-D281-5C89ECB4ED9D}"/>
          </ac:picMkLst>
        </pc:picChg>
        <pc:picChg chg="add">
          <ac:chgData name="JOSEPH OWOLABI" userId="dc4f1fd0-955b-4143-9fd3-71e2b02a6507" providerId="ADAL" clId="{DF45D14C-9F50-4F00-A109-85956424A967}" dt="2026-01-11T22:32:35.005" v="361"/>
          <ac:picMkLst>
            <pc:docMk/>
            <pc:sldMk cId="1262164064" sldId="282"/>
            <ac:picMk id="2052" creationId="{6B89D4A3-EA57-14A9-6772-33DD6BEC5474}"/>
          </ac:picMkLst>
        </pc:picChg>
      </pc:sldChg>
      <pc:sldChg chg="modSp mod">
        <pc:chgData name="JOSEPH OWOLABI" userId="dc4f1fd0-955b-4143-9fd3-71e2b02a6507" providerId="ADAL" clId="{DF45D14C-9F50-4F00-A109-85956424A967}" dt="2026-01-12T09:20:37.174" v="688"/>
        <pc:sldMkLst>
          <pc:docMk/>
          <pc:sldMk cId="4133719791" sldId="283"/>
        </pc:sldMkLst>
        <pc:spChg chg="mod">
          <ac:chgData name="JOSEPH OWOLABI" userId="dc4f1fd0-955b-4143-9fd3-71e2b02a6507" providerId="ADAL" clId="{DF45D14C-9F50-4F00-A109-85956424A967}" dt="2026-01-12T09:20:37.174" v="688"/>
          <ac:spMkLst>
            <pc:docMk/>
            <pc:sldMk cId="4133719791" sldId="283"/>
            <ac:spMk id="3" creationId="{1A2C6C6F-012C-A3C6-67E7-7C110DC3B223}"/>
          </ac:spMkLst>
        </pc:spChg>
      </pc:sldChg>
      <pc:sldChg chg="modSp mod">
        <pc:chgData name="JOSEPH OWOLABI" userId="dc4f1fd0-955b-4143-9fd3-71e2b02a6507" providerId="ADAL" clId="{DF45D14C-9F50-4F00-A109-85956424A967}" dt="2026-01-11T22:47:30.116" v="450" actId="1076"/>
        <pc:sldMkLst>
          <pc:docMk/>
          <pc:sldMk cId="2501861514" sldId="287"/>
        </pc:sldMkLst>
        <pc:spChg chg="mod">
          <ac:chgData name="JOSEPH OWOLABI" userId="dc4f1fd0-955b-4143-9fd3-71e2b02a6507" providerId="ADAL" clId="{DF45D14C-9F50-4F00-A109-85956424A967}" dt="2026-01-11T22:47:30.116" v="450" actId="1076"/>
          <ac:spMkLst>
            <pc:docMk/>
            <pc:sldMk cId="2501861514" sldId="287"/>
            <ac:spMk id="3" creationId="{CE72A5EF-14F5-FE16-BBDC-6F260901B496}"/>
          </ac:spMkLst>
        </pc:spChg>
      </pc:sldChg>
      <pc:sldChg chg="modSp mod">
        <pc:chgData name="JOSEPH OWOLABI" userId="dc4f1fd0-955b-4143-9fd3-71e2b02a6507" providerId="ADAL" clId="{DF45D14C-9F50-4F00-A109-85956424A967}" dt="2026-01-12T09:54:01.209" v="777" actId="20577"/>
        <pc:sldMkLst>
          <pc:docMk/>
          <pc:sldMk cId="3323213360" sldId="288"/>
        </pc:sldMkLst>
        <pc:spChg chg="mod">
          <ac:chgData name="JOSEPH OWOLABI" userId="dc4f1fd0-955b-4143-9fd3-71e2b02a6507" providerId="ADAL" clId="{DF45D14C-9F50-4F00-A109-85956424A967}" dt="2026-01-12T09:54:01.209" v="777" actId="20577"/>
          <ac:spMkLst>
            <pc:docMk/>
            <pc:sldMk cId="3323213360" sldId="288"/>
            <ac:spMk id="3" creationId="{6E6B8CB8-E5B6-DD68-AD97-8FBFE2345C4D}"/>
          </ac:spMkLst>
        </pc:spChg>
      </pc:sldChg>
      <pc:sldChg chg="addSp delSp modSp mod">
        <pc:chgData name="JOSEPH OWOLABI" userId="dc4f1fd0-955b-4143-9fd3-71e2b02a6507" providerId="ADAL" clId="{DF45D14C-9F50-4F00-A109-85956424A967}" dt="2026-01-12T16:59:32.385" v="1014" actId="14100"/>
        <pc:sldMkLst>
          <pc:docMk/>
          <pc:sldMk cId="549665108" sldId="291"/>
        </pc:sldMkLst>
        <pc:spChg chg="mod">
          <ac:chgData name="JOSEPH OWOLABI" userId="dc4f1fd0-955b-4143-9fd3-71e2b02a6507" providerId="ADAL" clId="{DF45D14C-9F50-4F00-A109-85956424A967}" dt="2026-01-12T16:59:15.762" v="1008" actId="20577"/>
          <ac:spMkLst>
            <pc:docMk/>
            <pc:sldMk cId="549665108" sldId="291"/>
            <ac:spMk id="3" creationId="{A9C2F0B4-3898-2545-B419-6B19D8147121}"/>
          </ac:spMkLst>
        </pc:spChg>
        <pc:picChg chg="add mod">
          <ac:chgData name="JOSEPH OWOLABI" userId="dc4f1fd0-955b-4143-9fd3-71e2b02a6507" providerId="ADAL" clId="{DF45D14C-9F50-4F00-A109-85956424A967}" dt="2026-01-12T16:59:19.104" v="1009" actId="1076"/>
          <ac:picMkLst>
            <pc:docMk/>
            <pc:sldMk cId="549665108" sldId="291"/>
            <ac:picMk id="6" creationId="{0828A0E4-E09D-A2AF-8FD0-89A8113190D1}"/>
          </ac:picMkLst>
        </pc:picChg>
        <pc:picChg chg="add mod">
          <ac:chgData name="JOSEPH OWOLABI" userId="dc4f1fd0-955b-4143-9fd3-71e2b02a6507" providerId="ADAL" clId="{DF45D14C-9F50-4F00-A109-85956424A967}" dt="2026-01-12T16:59:32.385" v="1014" actId="14100"/>
          <ac:picMkLst>
            <pc:docMk/>
            <pc:sldMk cId="549665108" sldId="291"/>
            <ac:picMk id="7" creationId="{AADD79EC-2A2A-1E4A-9036-C951607E188D}"/>
          </ac:picMkLst>
        </pc:picChg>
        <pc:picChg chg="add del mod">
          <ac:chgData name="JOSEPH OWOLABI" userId="dc4f1fd0-955b-4143-9fd3-71e2b02a6507" providerId="ADAL" clId="{DF45D14C-9F50-4F00-A109-85956424A967}" dt="2026-01-12T16:59:11.569" v="1007" actId="478"/>
          <ac:picMkLst>
            <pc:docMk/>
            <pc:sldMk cId="549665108" sldId="291"/>
            <ac:picMk id="8" creationId="{F5F58D93-6163-65E5-2F1B-207FBBCA9A85}"/>
          </ac:picMkLst>
        </pc:picChg>
      </pc:sldChg>
      <pc:sldChg chg="addSp modSp mod">
        <pc:chgData name="JOSEPH OWOLABI" userId="dc4f1fd0-955b-4143-9fd3-71e2b02a6507" providerId="ADAL" clId="{DF45D14C-9F50-4F00-A109-85956424A967}" dt="2026-01-11T23:23:02.349" v="531" actId="14100"/>
        <pc:sldMkLst>
          <pc:docMk/>
          <pc:sldMk cId="3613432782" sldId="292"/>
        </pc:sldMkLst>
        <pc:spChg chg="mod">
          <ac:chgData name="JOSEPH OWOLABI" userId="dc4f1fd0-955b-4143-9fd3-71e2b02a6507" providerId="ADAL" clId="{DF45D14C-9F50-4F00-A109-85956424A967}" dt="2026-01-11T23:22:03.400" v="527" actId="404"/>
          <ac:spMkLst>
            <pc:docMk/>
            <pc:sldMk cId="3613432782" sldId="292"/>
            <ac:spMk id="3" creationId="{4DEE4E72-0403-C90E-B0E2-D74643C706D0}"/>
          </ac:spMkLst>
        </pc:spChg>
        <pc:picChg chg="add mod">
          <ac:chgData name="JOSEPH OWOLABI" userId="dc4f1fd0-955b-4143-9fd3-71e2b02a6507" providerId="ADAL" clId="{DF45D14C-9F50-4F00-A109-85956424A967}" dt="2026-01-11T23:23:02.349" v="531" actId="14100"/>
          <ac:picMkLst>
            <pc:docMk/>
            <pc:sldMk cId="3613432782" sldId="292"/>
            <ac:picMk id="6" creationId="{1E878C76-FAAE-BEDF-81F2-FF1C1F2B6EB4}"/>
          </ac:picMkLst>
        </pc:picChg>
      </pc:sldChg>
      <pc:sldChg chg="addSp delSp modSp mod">
        <pc:chgData name="JOSEPH OWOLABI" userId="dc4f1fd0-955b-4143-9fd3-71e2b02a6507" providerId="ADAL" clId="{DF45D14C-9F50-4F00-A109-85956424A967}" dt="2026-01-11T23:26:03.238" v="538" actId="1038"/>
        <pc:sldMkLst>
          <pc:docMk/>
          <pc:sldMk cId="3072855757" sldId="293"/>
        </pc:sldMkLst>
        <pc:spChg chg="mod">
          <ac:chgData name="JOSEPH OWOLABI" userId="dc4f1fd0-955b-4143-9fd3-71e2b02a6507" providerId="ADAL" clId="{DF45D14C-9F50-4F00-A109-85956424A967}" dt="2026-01-11T23:19:48.604" v="517" actId="404"/>
          <ac:spMkLst>
            <pc:docMk/>
            <pc:sldMk cId="3072855757" sldId="293"/>
            <ac:spMk id="3" creationId="{20F74254-298C-D055-C711-BF102C5ADC7E}"/>
          </ac:spMkLst>
        </pc:spChg>
        <pc:picChg chg="add del mod">
          <ac:chgData name="JOSEPH OWOLABI" userId="dc4f1fd0-955b-4143-9fd3-71e2b02a6507" providerId="ADAL" clId="{DF45D14C-9F50-4F00-A109-85956424A967}" dt="2026-01-11T23:25:13.864" v="532" actId="478"/>
          <ac:picMkLst>
            <pc:docMk/>
            <pc:sldMk cId="3072855757" sldId="293"/>
            <ac:picMk id="6" creationId="{F20BC4E9-67CA-14D5-2FCA-2C0AF851380D}"/>
          </ac:picMkLst>
        </pc:picChg>
        <pc:picChg chg="add mod">
          <ac:chgData name="JOSEPH OWOLABI" userId="dc4f1fd0-955b-4143-9fd3-71e2b02a6507" providerId="ADAL" clId="{DF45D14C-9F50-4F00-A109-85956424A967}" dt="2026-01-11T23:26:03.238" v="538" actId="1038"/>
          <ac:picMkLst>
            <pc:docMk/>
            <pc:sldMk cId="3072855757" sldId="293"/>
            <ac:picMk id="8" creationId="{AA74FA8C-83D6-4F43-0ED5-77A8568BED2E}"/>
          </ac:picMkLst>
        </pc:picChg>
      </pc:sldChg>
      <pc:sldChg chg="modSp mod">
        <pc:chgData name="JOSEPH OWOLABI" userId="dc4f1fd0-955b-4143-9fd3-71e2b02a6507" providerId="ADAL" clId="{DF45D14C-9F50-4F00-A109-85956424A967}" dt="2026-01-12T09:51:28.719" v="776" actId="27636"/>
        <pc:sldMkLst>
          <pc:docMk/>
          <pc:sldMk cId="2610480301" sldId="294"/>
        </pc:sldMkLst>
        <pc:spChg chg="mod">
          <ac:chgData name="JOSEPH OWOLABI" userId="dc4f1fd0-955b-4143-9fd3-71e2b02a6507" providerId="ADAL" clId="{DF45D14C-9F50-4F00-A109-85956424A967}" dt="2026-01-12T09:51:28.719" v="776" actId="27636"/>
          <ac:spMkLst>
            <pc:docMk/>
            <pc:sldMk cId="2610480301" sldId="294"/>
            <ac:spMk id="3" creationId="{1FA6AF95-893B-A364-7D9A-C27CF44F7D96}"/>
          </ac:spMkLst>
        </pc:spChg>
      </pc:sldChg>
      <pc:sldChg chg="addSp delSp modSp mod">
        <pc:chgData name="JOSEPH OWOLABI" userId="dc4f1fd0-955b-4143-9fd3-71e2b02a6507" providerId="ADAL" clId="{DF45D14C-9F50-4F00-A109-85956424A967}" dt="2026-01-12T09:25:00.687" v="708" actId="1076"/>
        <pc:sldMkLst>
          <pc:docMk/>
          <pc:sldMk cId="1375198947" sldId="296"/>
        </pc:sldMkLst>
        <pc:graphicFrameChg chg="add del modGraphic">
          <ac:chgData name="JOSEPH OWOLABI" userId="dc4f1fd0-955b-4143-9fd3-71e2b02a6507" providerId="ADAL" clId="{DF45D14C-9F50-4F00-A109-85956424A967}" dt="2026-01-12T09:21:59.686" v="690" actId="21"/>
          <ac:graphicFrameMkLst>
            <pc:docMk/>
            <pc:sldMk cId="1375198947" sldId="296"/>
            <ac:graphicFrameMk id="6" creationId="{0D8EC5FF-0A7E-52D8-D081-D4B9EDEAE10A}"/>
          </ac:graphicFrameMkLst>
        </pc:graphicFrameChg>
        <pc:picChg chg="add mod">
          <ac:chgData name="JOSEPH OWOLABI" userId="dc4f1fd0-955b-4143-9fd3-71e2b02a6507" providerId="ADAL" clId="{DF45D14C-9F50-4F00-A109-85956424A967}" dt="2026-01-12T09:24:53.478" v="707" actId="1035"/>
          <ac:picMkLst>
            <pc:docMk/>
            <pc:sldMk cId="1375198947" sldId="296"/>
            <ac:picMk id="3" creationId="{1205DED4-FF4F-D71E-2636-073C39169AC0}"/>
          </ac:picMkLst>
        </pc:picChg>
        <pc:picChg chg="add mod">
          <ac:chgData name="JOSEPH OWOLABI" userId="dc4f1fd0-955b-4143-9fd3-71e2b02a6507" providerId="ADAL" clId="{DF45D14C-9F50-4F00-A109-85956424A967}" dt="2026-01-12T09:24:41.510" v="704" actId="1035"/>
          <ac:picMkLst>
            <pc:docMk/>
            <pc:sldMk cId="1375198947" sldId="296"/>
            <ac:picMk id="4" creationId="{FF67359F-EF60-5BC1-2EF2-D7DE9F3D9052}"/>
          </ac:picMkLst>
        </pc:picChg>
        <pc:picChg chg="add mod">
          <ac:chgData name="JOSEPH OWOLABI" userId="dc4f1fd0-955b-4143-9fd3-71e2b02a6507" providerId="ADAL" clId="{DF45D14C-9F50-4F00-A109-85956424A967}" dt="2026-01-12T09:25:00.687" v="708" actId="1076"/>
          <ac:picMkLst>
            <pc:docMk/>
            <pc:sldMk cId="1375198947" sldId="296"/>
            <ac:picMk id="7" creationId="{B3C4DF28-FFB4-E118-92FC-B39C9FDBDED1}"/>
          </ac:picMkLst>
        </pc:picChg>
      </pc:sldChg>
      <pc:sldChg chg="del">
        <pc:chgData name="JOSEPH OWOLABI" userId="dc4f1fd0-955b-4143-9fd3-71e2b02a6507" providerId="ADAL" clId="{DF45D14C-9F50-4F00-A109-85956424A967}" dt="2026-01-11T23:14:32.017" v="506" actId="2696"/>
        <pc:sldMkLst>
          <pc:docMk/>
          <pc:sldMk cId="2962700493" sldId="297"/>
        </pc:sldMkLst>
      </pc:sldChg>
      <pc:sldChg chg="modSp mod">
        <pc:chgData name="JOSEPH OWOLABI" userId="dc4f1fd0-955b-4143-9fd3-71e2b02a6507" providerId="ADAL" clId="{DF45D14C-9F50-4F00-A109-85956424A967}" dt="2026-01-11T22:08:29.068" v="125" actId="1076"/>
        <pc:sldMkLst>
          <pc:docMk/>
          <pc:sldMk cId="3711670051" sldId="298"/>
        </pc:sldMkLst>
        <pc:spChg chg="mod">
          <ac:chgData name="JOSEPH OWOLABI" userId="dc4f1fd0-955b-4143-9fd3-71e2b02a6507" providerId="ADAL" clId="{DF45D14C-9F50-4F00-A109-85956424A967}" dt="2026-01-11T21:08:02.064" v="95" actId="1076"/>
          <ac:spMkLst>
            <pc:docMk/>
            <pc:sldMk cId="3711670051" sldId="298"/>
            <ac:spMk id="2" creationId="{C7C09876-E89A-FF2C-1784-EAF1A2B19B1C}"/>
          </ac:spMkLst>
        </pc:spChg>
        <pc:spChg chg="mod">
          <ac:chgData name="JOSEPH OWOLABI" userId="dc4f1fd0-955b-4143-9fd3-71e2b02a6507" providerId="ADAL" clId="{DF45D14C-9F50-4F00-A109-85956424A967}" dt="2026-01-11T22:08:29.068" v="125" actId="1076"/>
          <ac:spMkLst>
            <pc:docMk/>
            <pc:sldMk cId="3711670051" sldId="298"/>
            <ac:spMk id="3" creationId="{C4C22AEF-98ED-40B7-F401-4F4D0B97CC64}"/>
          </ac:spMkLst>
        </pc:spChg>
      </pc:sldChg>
      <pc:sldChg chg="addSp modSp mod">
        <pc:chgData name="JOSEPH OWOLABI" userId="dc4f1fd0-955b-4143-9fd3-71e2b02a6507" providerId="ADAL" clId="{DF45D14C-9F50-4F00-A109-85956424A967}" dt="2026-01-12T09:50:03.642" v="772" actId="20577"/>
        <pc:sldMkLst>
          <pc:docMk/>
          <pc:sldMk cId="3256894153" sldId="299"/>
        </pc:sldMkLst>
        <pc:spChg chg="mod">
          <ac:chgData name="JOSEPH OWOLABI" userId="dc4f1fd0-955b-4143-9fd3-71e2b02a6507" providerId="ADAL" clId="{DF45D14C-9F50-4F00-A109-85956424A967}" dt="2026-01-12T09:50:03.642" v="772" actId="20577"/>
          <ac:spMkLst>
            <pc:docMk/>
            <pc:sldMk cId="3256894153" sldId="299"/>
            <ac:spMk id="2" creationId="{7AED9AB9-9BD3-E70E-C717-07432932BCB9}"/>
          </ac:spMkLst>
        </pc:spChg>
        <pc:spChg chg="mod">
          <ac:chgData name="JOSEPH OWOLABI" userId="dc4f1fd0-955b-4143-9fd3-71e2b02a6507" providerId="ADAL" clId="{DF45D14C-9F50-4F00-A109-85956424A967}" dt="2026-01-12T09:46:17.536" v="744"/>
          <ac:spMkLst>
            <pc:docMk/>
            <pc:sldMk cId="3256894153" sldId="299"/>
            <ac:spMk id="3" creationId="{D001DF77-17E7-3402-FCBD-ACEDF15778B3}"/>
          </ac:spMkLst>
        </pc:spChg>
        <pc:picChg chg="add mod">
          <ac:chgData name="JOSEPH OWOLABI" userId="dc4f1fd0-955b-4143-9fd3-71e2b02a6507" providerId="ADAL" clId="{DF45D14C-9F50-4F00-A109-85956424A967}" dt="2026-01-12T09:47:50.295" v="750" actId="14100"/>
          <ac:picMkLst>
            <pc:docMk/>
            <pc:sldMk cId="3256894153" sldId="299"/>
            <ac:picMk id="6" creationId="{6F8D16CC-38CF-6535-C11D-1B73F380199C}"/>
          </ac:picMkLst>
        </pc:picChg>
      </pc:sldChg>
      <pc:sldChg chg="addSp delSp modSp mod">
        <pc:chgData name="JOSEPH OWOLABI" userId="dc4f1fd0-955b-4143-9fd3-71e2b02a6507" providerId="ADAL" clId="{DF45D14C-9F50-4F00-A109-85956424A967}" dt="2026-01-11T23:13:54.868" v="505" actId="27636"/>
        <pc:sldMkLst>
          <pc:docMk/>
          <pc:sldMk cId="3671178542" sldId="300"/>
        </pc:sldMkLst>
        <pc:spChg chg="add del mod">
          <ac:chgData name="JOSEPH OWOLABI" userId="dc4f1fd0-955b-4143-9fd3-71e2b02a6507" providerId="ADAL" clId="{DF45D14C-9F50-4F00-A109-85956424A967}" dt="2026-01-11T23:13:54.868" v="505" actId="27636"/>
          <ac:spMkLst>
            <pc:docMk/>
            <pc:sldMk cId="3671178542" sldId="300"/>
            <ac:spMk id="3" creationId="{C172C8C9-8B72-45B4-04AD-97ECEF15ED1D}"/>
          </ac:spMkLst>
        </pc:spChg>
        <pc:spChg chg="add mod">
          <ac:chgData name="JOSEPH OWOLABI" userId="dc4f1fd0-955b-4143-9fd3-71e2b02a6507" providerId="ADAL" clId="{DF45D14C-9F50-4F00-A109-85956424A967}" dt="2026-01-11T23:11:57.279" v="490"/>
          <ac:spMkLst>
            <pc:docMk/>
            <pc:sldMk cId="3671178542" sldId="300"/>
            <ac:spMk id="8" creationId="{B5DE4782-88B3-E345-A62E-8BB04A23B2C8}"/>
          </ac:spMkLst>
        </pc:spChg>
        <pc:graphicFrameChg chg="add mod">
          <ac:chgData name="JOSEPH OWOLABI" userId="dc4f1fd0-955b-4143-9fd3-71e2b02a6507" providerId="ADAL" clId="{DF45D14C-9F50-4F00-A109-85956424A967}" dt="2026-01-11T23:11:57.279" v="490"/>
          <ac:graphicFrameMkLst>
            <pc:docMk/>
            <pc:sldMk cId="3671178542" sldId="300"/>
            <ac:graphicFrameMk id="5" creationId="{9ACAE08B-C495-964A-5693-E9DF264C8E7B}"/>
          </ac:graphicFrameMkLst>
        </pc:graphicFrameChg>
        <pc:graphicFrameChg chg="add mod">
          <ac:chgData name="JOSEPH OWOLABI" userId="dc4f1fd0-955b-4143-9fd3-71e2b02a6507" providerId="ADAL" clId="{DF45D14C-9F50-4F00-A109-85956424A967}" dt="2026-01-11T23:11:55.222" v="489"/>
          <ac:graphicFrameMkLst>
            <pc:docMk/>
            <pc:sldMk cId="3671178542" sldId="300"/>
            <ac:graphicFrameMk id="6" creationId="{16264C76-A32D-256A-ECCE-924BFEFEA023}"/>
          </ac:graphicFrameMkLst>
        </pc:graphicFrameChg>
        <pc:graphicFrameChg chg="add mod">
          <ac:chgData name="JOSEPH OWOLABI" userId="dc4f1fd0-955b-4143-9fd3-71e2b02a6507" providerId="ADAL" clId="{DF45D14C-9F50-4F00-A109-85956424A967}" dt="2026-01-11T23:11:55.222" v="489"/>
          <ac:graphicFrameMkLst>
            <pc:docMk/>
            <pc:sldMk cId="3671178542" sldId="300"/>
            <ac:graphicFrameMk id="7" creationId="{7C1D9906-3A16-C579-1F79-60F6148499D2}"/>
          </ac:graphicFrameMkLst>
        </pc:graphicFrameChg>
        <pc:picChg chg="add mod">
          <ac:chgData name="JOSEPH OWOLABI" userId="dc4f1fd0-955b-4143-9fd3-71e2b02a6507" providerId="ADAL" clId="{DF45D14C-9F50-4F00-A109-85956424A967}" dt="2026-01-11T23:11:57.279" v="490"/>
          <ac:picMkLst>
            <pc:docMk/>
            <pc:sldMk cId="3671178542" sldId="300"/>
            <ac:picMk id="3074" creationId="{5D2240EF-17F6-C508-AA21-D32CEDB4E641}"/>
          </ac:picMkLst>
        </pc:picChg>
        <pc:picChg chg="add mod">
          <ac:chgData name="JOSEPH OWOLABI" userId="dc4f1fd0-955b-4143-9fd3-71e2b02a6507" providerId="ADAL" clId="{DF45D14C-9F50-4F00-A109-85956424A967}" dt="2026-01-11T23:11:57.279" v="490"/>
          <ac:picMkLst>
            <pc:docMk/>
            <pc:sldMk cId="3671178542" sldId="300"/>
            <ac:picMk id="3075" creationId="{48AAE52B-60AB-8B49-9911-15C4242EA778}"/>
          </ac:picMkLst>
        </pc:picChg>
        <pc:picChg chg="add mod">
          <ac:chgData name="JOSEPH OWOLABI" userId="dc4f1fd0-955b-4143-9fd3-71e2b02a6507" providerId="ADAL" clId="{DF45D14C-9F50-4F00-A109-85956424A967}" dt="2026-01-11T23:11:57.279" v="490"/>
          <ac:picMkLst>
            <pc:docMk/>
            <pc:sldMk cId="3671178542" sldId="300"/>
            <ac:picMk id="3076" creationId="{728C4B8D-BAF8-7ABA-D1C2-1F25B1C9772F}"/>
          </ac:picMkLst>
        </pc:picChg>
        <pc:picChg chg="add mod">
          <ac:chgData name="JOSEPH OWOLABI" userId="dc4f1fd0-955b-4143-9fd3-71e2b02a6507" providerId="ADAL" clId="{DF45D14C-9F50-4F00-A109-85956424A967}" dt="2026-01-11T23:11:57.279" v="490"/>
          <ac:picMkLst>
            <pc:docMk/>
            <pc:sldMk cId="3671178542" sldId="300"/>
            <ac:picMk id="3077" creationId="{7AA37615-9292-F3CD-7FF1-D0B4368B20E9}"/>
          </ac:picMkLst>
        </pc:picChg>
      </pc:sldChg>
      <pc:sldChg chg="modSp mod">
        <pc:chgData name="JOSEPH OWOLABI" userId="dc4f1fd0-955b-4143-9fd3-71e2b02a6507" providerId="ADAL" clId="{DF45D14C-9F50-4F00-A109-85956424A967}" dt="2026-01-12T10:52:27.167" v="973" actId="122"/>
        <pc:sldMkLst>
          <pc:docMk/>
          <pc:sldMk cId="398034456" sldId="301"/>
        </pc:sldMkLst>
        <pc:spChg chg="mod">
          <ac:chgData name="JOSEPH OWOLABI" userId="dc4f1fd0-955b-4143-9fd3-71e2b02a6507" providerId="ADAL" clId="{DF45D14C-9F50-4F00-A109-85956424A967}" dt="2026-01-12T10:52:27.167" v="973" actId="122"/>
          <ac:spMkLst>
            <pc:docMk/>
            <pc:sldMk cId="398034456" sldId="301"/>
            <ac:spMk id="3" creationId="{AF5CC660-5DE0-0F1E-F39F-0B9B254AC5DC}"/>
          </ac:spMkLst>
        </pc:spChg>
      </pc:sldChg>
      <pc:sldChg chg="modSp mod">
        <pc:chgData name="JOSEPH OWOLABI" userId="dc4f1fd0-955b-4143-9fd3-71e2b02a6507" providerId="ADAL" clId="{DF45D14C-9F50-4F00-A109-85956424A967}" dt="2026-01-12T10:53:32.754" v="977" actId="2711"/>
        <pc:sldMkLst>
          <pc:docMk/>
          <pc:sldMk cId="3082960257" sldId="302"/>
        </pc:sldMkLst>
        <pc:spChg chg="mod">
          <ac:chgData name="JOSEPH OWOLABI" userId="dc4f1fd0-955b-4143-9fd3-71e2b02a6507" providerId="ADAL" clId="{DF45D14C-9F50-4F00-A109-85956424A967}" dt="2026-01-12T10:53:32.754" v="977" actId="2711"/>
          <ac:spMkLst>
            <pc:docMk/>
            <pc:sldMk cId="3082960257" sldId="302"/>
            <ac:spMk id="2" creationId="{D123E1D5-0049-110B-29B2-6F6BC0A11750}"/>
          </ac:spMkLst>
        </pc:spChg>
        <pc:spChg chg="mod">
          <ac:chgData name="JOSEPH OWOLABI" userId="dc4f1fd0-955b-4143-9fd3-71e2b02a6507" providerId="ADAL" clId="{DF45D14C-9F50-4F00-A109-85956424A967}" dt="2026-01-12T10:53:32.754" v="977" actId="2711"/>
          <ac:spMkLst>
            <pc:docMk/>
            <pc:sldMk cId="3082960257" sldId="302"/>
            <ac:spMk id="3" creationId="{D287C826-D375-BAB3-43C7-EE9D336D83BD}"/>
          </ac:spMkLst>
        </pc:spChg>
      </pc:sldChg>
      <pc:sldChg chg="delSp modSp mod modClrScheme chgLayout">
        <pc:chgData name="JOSEPH OWOLABI" userId="dc4f1fd0-955b-4143-9fd3-71e2b02a6507" providerId="ADAL" clId="{DF45D14C-9F50-4F00-A109-85956424A967}" dt="2026-01-12T15:36:09.411" v="1005" actId="700"/>
        <pc:sldMkLst>
          <pc:docMk/>
          <pc:sldMk cId="1460022968" sldId="303"/>
        </pc:sldMkLst>
        <pc:spChg chg="mod ord">
          <ac:chgData name="JOSEPH OWOLABI" userId="dc4f1fd0-955b-4143-9fd3-71e2b02a6507" providerId="ADAL" clId="{DF45D14C-9F50-4F00-A109-85956424A967}" dt="2026-01-12T15:36:09.411" v="1005" actId="700"/>
          <ac:spMkLst>
            <pc:docMk/>
            <pc:sldMk cId="1460022968" sldId="303"/>
            <ac:spMk id="2" creationId="{46AFA4EA-193B-E6CE-01EC-5743B8C3FECF}"/>
          </ac:spMkLst>
        </pc:spChg>
        <pc:spChg chg="del mod">
          <ac:chgData name="JOSEPH OWOLABI" userId="dc4f1fd0-955b-4143-9fd3-71e2b02a6507" providerId="ADAL" clId="{DF45D14C-9F50-4F00-A109-85956424A967}" dt="2026-01-12T15:36:09.411" v="1005" actId="700"/>
          <ac:spMkLst>
            <pc:docMk/>
            <pc:sldMk cId="1460022968" sldId="303"/>
            <ac:spMk id="3" creationId="{CC87AE56-9C2C-711D-E0F2-F6D9421BED60}"/>
          </ac:spMkLst>
        </pc:spChg>
      </pc:sldChg>
      <pc:sldChg chg="addSp modSp add mod">
        <pc:chgData name="JOSEPH OWOLABI" userId="dc4f1fd0-955b-4143-9fd3-71e2b02a6507" providerId="ADAL" clId="{DF45D14C-9F50-4F00-A109-85956424A967}" dt="2026-01-11T22:23:17.516" v="322" actId="1037"/>
        <pc:sldMkLst>
          <pc:docMk/>
          <pc:sldMk cId="1121013570" sldId="304"/>
        </pc:sldMkLst>
        <pc:spChg chg="mod">
          <ac:chgData name="JOSEPH OWOLABI" userId="dc4f1fd0-955b-4143-9fd3-71e2b02a6507" providerId="ADAL" clId="{DF45D14C-9F50-4F00-A109-85956424A967}" dt="2026-01-11T22:19:22.682" v="266" actId="20577"/>
          <ac:spMkLst>
            <pc:docMk/>
            <pc:sldMk cId="1121013570" sldId="304"/>
            <ac:spMk id="2" creationId="{2A853E6C-EE13-30D4-BF84-2A54FA552BBB}"/>
          </ac:spMkLst>
        </pc:spChg>
        <pc:spChg chg="mod">
          <ac:chgData name="JOSEPH OWOLABI" userId="dc4f1fd0-955b-4143-9fd3-71e2b02a6507" providerId="ADAL" clId="{DF45D14C-9F50-4F00-A109-85956424A967}" dt="2026-01-11T22:23:17.516" v="322" actId="1037"/>
          <ac:spMkLst>
            <pc:docMk/>
            <pc:sldMk cId="1121013570" sldId="304"/>
            <ac:spMk id="3" creationId="{53784C72-6047-392F-EA01-14FF36110E3C}"/>
          </ac:spMkLst>
        </pc:spChg>
        <pc:spChg chg="add">
          <ac:chgData name="JOSEPH OWOLABI" userId="dc4f1fd0-955b-4143-9fd3-71e2b02a6507" providerId="ADAL" clId="{DF45D14C-9F50-4F00-A109-85956424A967}" dt="2026-01-11T22:19:56.976" v="269"/>
          <ac:spMkLst>
            <pc:docMk/>
            <pc:sldMk cId="1121013570" sldId="304"/>
            <ac:spMk id="5" creationId="{4FCD6E63-9BDD-C02D-AF5C-C2FCB9018A84}"/>
          </ac:spMkLst>
        </pc:spChg>
        <pc:picChg chg="add">
          <ac:chgData name="JOSEPH OWOLABI" userId="dc4f1fd0-955b-4143-9fd3-71e2b02a6507" providerId="ADAL" clId="{DF45D14C-9F50-4F00-A109-85956424A967}" dt="2026-01-11T22:19:56.976" v="269"/>
          <ac:picMkLst>
            <pc:docMk/>
            <pc:sldMk cId="1121013570" sldId="304"/>
            <ac:picMk id="1026" creationId="{00C55DF6-DA6C-9DCB-1E0E-95E6615483FA}"/>
          </ac:picMkLst>
        </pc:picChg>
        <pc:picChg chg="add">
          <ac:chgData name="JOSEPH OWOLABI" userId="dc4f1fd0-955b-4143-9fd3-71e2b02a6507" providerId="ADAL" clId="{DF45D14C-9F50-4F00-A109-85956424A967}" dt="2026-01-11T22:19:56.976" v="269"/>
          <ac:picMkLst>
            <pc:docMk/>
            <pc:sldMk cId="1121013570" sldId="304"/>
            <ac:picMk id="1027" creationId="{2C4B8EC2-9B90-E43C-4F0E-F6D54B2593BD}"/>
          </ac:picMkLst>
        </pc:picChg>
        <pc:picChg chg="add">
          <ac:chgData name="JOSEPH OWOLABI" userId="dc4f1fd0-955b-4143-9fd3-71e2b02a6507" providerId="ADAL" clId="{DF45D14C-9F50-4F00-A109-85956424A967}" dt="2026-01-11T22:19:56.976" v="269"/>
          <ac:picMkLst>
            <pc:docMk/>
            <pc:sldMk cId="1121013570" sldId="304"/>
            <ac:picMk id="1028" creationId="{D39F85A3-DAAD-CE26-6566-445C7FB450A6}"/>
          </ac:picMkLst>
        </pc:picChg>
        <pc:picChg chg="add">
          <ac:chgData name="JOSEPH OWOLABI" userId="dc4f1fd0-955b-4143-9fd3-71e2b02a6507" providerId="ADAL" clId="{DF45D14C-9F50-4F00-A109-85956424A967}" dt="2026-01-11T22:19:56.976" v="269"/>
          <ac:picMkLst>
            <pc:docMk/>
            <pc:sldMk cId="1121013570" sldId="304"/>
            <ac:picMk id="1029" creationId="{4BB358AB-58FA-8BFB-253F-60CF144ED2F3}"/>
          </ac:picMkLst>
        </pc:picChg>
        <pc:picChg chg="add">
          <ac:chgData name="JOSEPH OWOLABI" userId="dc4f1fd0-955b-4143-9fd3-71e2b02a6507" providerId="ADAL" clId="{DF45D14C-9F50-4F00-A109-85956424A967}" dt="2026-01-11T22:19:56.976" v="269"/>
          <ac:picMkLst>
            <pc:docMk/>
            <pc:sldMk cId="1121013570" sldId="304"/>
            <ac:picMk id="1030" creationId="{72C658B1-8825-8F66-D408-61B2AC69D261}"/>
          </ac:picMkLst>
        </pc:picChg>
        <pc:picChg chg="add">
          <ac:chgData name="JOSEPH OWOLABI" userId="dc4f1fd0-955b-4143-9fd3-71e2b02a6507" providerId="ADAL" clId="{DF45D14C-9F50-4F00-A109-85956424A967}" dt="2026-01-11T22:19:56.976" v="269"/>
          <ac:picMkLst>
            <pc:docMk/>
            <pc:sldMk cId="1121013570" sldId="304"/>
            <ac:picMk id="1031" creationId="{2A69D27B-ED18-1786-2920-5DF6F1C88AE5}"/>
          </ac:picMkLst>
        </pc:picChg>
      </pc:sldChg>
      <pc:sldChg chg="addSp delSp modSp add mod">
        <pc:chgData name="JOSEPH OWOLABI" userId="dc4f1fd0-955b-4143-9fd3-71e2b02a6507" providerId="ADAL" clId="{DF45D14C-9F50-4F00-A109-85956424A967}" dt="2026-01-12T20:55:02.671" v="1033" actId="1076"/>
        <pc:sldMkLst>
          <pc:docMk/>
          <pc:sldMk cId="2031061352" sldId="305"/>
        </pc:sldMkLst>
        <pc:spChg chg="mod">
          <ac:chgData name="JOSEPH OWOLABI" userId="dc4f1fd0-955b-4143-9fd3-71e2b02a6507" providerId="ADAL" clId="{DF45D14C-9F50-4F00-A109-85956424A967}" dt="2026-01-12T16:59:51.620" v="1025" actId="12"/>
          <ac:spMkLst>
            <pc:docMk/>
            <pc:sldMk cId="2031061352" sldId="305"/>
            <ac:spMk id="3" creationId="{ACE7EA73-E173-B65E-718B-215A9FC15558}"/>
          </ac:spMkLst>
        </pc:spChg>
        <pc:picChg chg="add mod">
          <ac:chgData name="JOSEPH OWOLABI" userId="dc4f1fd0-955b-4143-9fd3-71e2b02a6507" providerId="ADAL" clId="{DF45D14C-9F50-4F00-A109-85956424A967}" dt="2026-01-12T20:55:02.671" v="1033" actId="1076"/>
          <ac:picMkLst>
            <pc:docMk/>
            <pc:sldMk cId="2031061352" sldId="305"/>
            <ac:picMk id="6" creationId="{3EB13072-5615-3E7C-EEB6-C161FD852605}"/>
          </ac:picMkLst>
        </pc:picChg>
        <pc:picChg chg="del">
          <ac:chgData name="JOSEPH OWOLABI" userId="dc4f1fd0-955b-4143-9fd3-71e2b02a6507" providerId="ADAL" clId="{DF45D14C-9F50-4F00-A109-85956424A967}" dt="2026-01-12T16:59:40.399" v="1015" actId="478"/>
          <ac:picMkLst>
            <pc:docMk/>
            <pc:sldMk cId="2031061352" sldId="305"/>
            <ac:picMk id="6" creationId="{DFDB4B91-31D6-B7BE-6B4B-36E9B5917DD7}"/>
          </ac:picMkLst>
        </pc:picChg>
        <pc:picChg chg="mod">
          <ac:chgData name="JOSEPH OWOLABI" userId="dc4f1fd0-955b-4143-9fd3-71e2b02a6507" providerId="ADAL" clId="{DF45D14C-9F50-4F00-A109-85956424A967}" dt="2026-01-12T20:54:46.448" v="1028" actId="1076"/>
          <ac:picMkLst>
            <pc:docMk/>
            <pc:sldMk cId="2031061352" sldId="305"/>
            <ac:picMk id="8" creationId="{4EEA650B-9CC9-59E2-CB27-983FB643C57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402F3-7BE2-C536-1018-59B6C2BA7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E7A47-ED07-12B9-2E03-AB7A8A999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5034D-4956-9C6B-1680-968B1CCE9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967B-1FAE-8987-9978-87F89439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5EB47-6D30-CE44-BDCD-F27076D1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7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147AA-3D78-0FD3-4107-DB6BF631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DDD8-EA04-3588-D9FC-C1648652B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C4E0F-A337-6B6A-9697-59277377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84A92-03DE-C4B6-EF4B-4495DAA68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A988-2AFA-9771-20B4-7827F76C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8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F0E6-12EE-027C-6CA3-F9D10E166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36096-2FB0-E157-8C50-91EC4DCD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1EB5B-EF05-F581-D4ED-0EBD8C6E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71FE1-C47A-2809-3114-AFB7166C3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D19D4-BC8E-6085-5882-8D07E6F5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5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10AE-C805-A694-7EC3-3AE3410EB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4F8DB-04DA-43D0-E7BF-249A17608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393F67-856B-B72F-6BA9-5C085B48A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45D1C-AB44-77F6-990B-C72E8021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21972-0EA1-9EF8-BD40-F7EA8C34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FA98E-E555-BE2A-95C7-6F667E81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04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CD35-BD11-EDF5-7AF6-009A476DB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0E33-AF62-00A2-1F0C-7BF84BAFB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9042E-DBD8-C406-ED13-8998F29CA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DA0BB6-74AC-7E86-C8BC-0F651CB0E8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BF2DA-BBDE-6123-5B84-DD1EE4611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B8BC76-57D4-FD5E-16F2-7A965E120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76F67-DA3D-EE14-30FC-461D73E0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680C2-69AB-6B7A-8FF3-7D3205AB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29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28FD-0AF5-C2EE-C6EA-2588F8005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4A18A-A590-3D04-DFF9-4D787BC3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B439EC-324C-B6F9-1E5A-68D60C253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3E34C-C28C-6B32-2275-72B27AAF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35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43128-AA4B-F08E-2975-E19F5F33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C7435A-A261-F1B7-6B91-342AC6056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16CA0-AFC2-0879-7667-EAF91845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873F-1B49-D87C-898C-DC7C97B1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1576-A618-4869-8042-257486FB5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F5ECE-27AE-E916-CCBA-D23DAD299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79B1A-6FE9-0668-DD36-773B4A1A7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C854F-49E9-0869-BF7D-5449633EC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66E8B-F1F9-9769-2489-9883292B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51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5C31-BC9D-9974-B3B4-E44BFDEC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023AE-A26E-F6E0-A4B7-A251572B0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2B75D-0CDB-5A90-11FF-684ACEFB9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07484-8193-4786-E2A2-25AEED84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1144D-9D25-A616-7495-924AAA065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07737B-ACB4-3CF1-4D25-9338402B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5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0A0BF-3EA5-EAA2-70C6-CE3BE6B2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9D014-B217-8FE0-08EF-DFF166B99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CA66F-60A9-3BA2-81AE-632E68A17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2E0AE-7505-DA6B-7885-F18858E7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C1A5D-F51C-7217-2D75-BD297995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4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392DB-454A-3308-DF25-C77805D99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2A719-BB80-5749-A306-B0ED349B2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C01D6-0E3E-EAFD-B771-ABE9DCF0E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31F89-02B2-98A1-617A-65811F3A7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77F00-4FC3-5D66-DFC5-C02B1EE0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15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0DA42-3D84-D776-D4D7-5F87308A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BD2E6-B803-7D65-C11B-EE111BDB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10E64-466C-1923-CBCF-43BB3B0C7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4259D-0D63-A746-8F45-D559A12D16E7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5A083-DE9F-5826-6075-627CD5AE2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C9197-DC07-188F-62D4-68D8FD6C1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708FC-AA12-894F-A6C0-DC8F9A095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0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yorksj.ac.uk/assessment/coversheet-statement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D61E7-021D-BCE5-59E3-B24CAE37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9876-E89A-FF2C-1784-EAF1A2B19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867" y="2245183"/>
            <a:ext cx="7606095" cy="1593924"/>
          </a:xfrm>
        </p:spPr>
        <p:txBody>
          <a:bodyPr>
            <a:noAutofit/>
          </a:bodyPr>
          <a:lstStyle/>
          <a:p>
            <a:r>
              <a:rPr lang="en-GB" sz="5400" b="1" dirty="0"/>
              <a:t>AI-Based Detection of DDoS Attacks in IoT Smart Home Environments</a:t>
            </a:r>
            <a:endParaRPr lang="en-GB" sz="5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E57400-0300-9E7B-5ED5-FFE6F9FE5BB9}"/>
              </a:ext>
            </a:extLst>
          </p:cNvPr>
          <p:cNvCxnSpPr/>
          <p:nvPr/>
        </p:nvCxnSpPr>
        <p:spPr>
          <a:xfrm>
            <a:off x="599177" y="3998301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C4C22AEF-98ED-40B7-F401-4F4D0B97CC64}"/>
              </a:ext>
            </a:extLst>
          </p:cNvPr>
          <p:cNvSpPr txBox="1">
            <a:spLocks/>
          </p:cNvSpPr>
          <p:nvPr/>
        </p:nvSpPr>
        <p:spPr>
          <a:xfrm>
            <a:off x="599177" y="4356696"/>
            <a:ext cx="7606095" cy="15939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Name: Joseph Oluwasanmi Owolabi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ID: 240249395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Email: joseph.owolabi@yorksj.ac.uk</a:t>
            </a:r>
          </a:p>
          <a:p>
            <a:pPr algn="l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Supervisor Name: Dr. Soonleh Ling</a:t>
            </a:r>
          </a:p>
        </p:txBody>
      </p:sp>
    </p:spTree>
    <p:extLst>
      <p:ext uri="{BB962C8B-B14F-4D97-AF65-F5344CB8AC3E}">
        <p14:creationId xmlns:p14="http://schemas.microsoft.com/office/powerpoint/2010/main" val="3711670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79E76B-E4BF-F1F9-CE51-CCB32FC8316A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BC676C5A-CF35-FADC-AF79-DDFA9DF795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1098715"/>
              </p:ext>
            </p:extLst>
          </p:nvPr>
        </p:nvGraphicFramePr>
        <p:xfrm>
          <a:off x="747252" y="1965999"/>
          <a:ext cx="9134163" cy="3994454"/>
        </p:xfrm>
        <a:graphic>
          <a:graphicData uri="http://schemas.openxmlformats.org/drawingml/2006/table">
            <a:tbl>
              <a:tblPr firstRow="1" firstCol="1" bandRow="1"/>
              <a:tblGrid>
                <a:gridCol w="4244136">
                  <a:extLst>
                    <a:ext uri="{9D8B030D-6E8A-4147-A177-3AD203B41FA5}">
                      <a16:colId xmlns:a16="http://schemas.microsoft.com/office/drawing/2014/main" val="67251598"/>
                    </a:ext>
                  </a:extLst>
                </a:gridCol>
                <a:gridCol w="4890027">
                  <a:extLst>
                    <a:ext uri="{9D8B030D-6E8A-4147-A177-3AD203B41FA5}">
                      <a16:colId xmlns:a16="http://schemas.microsoft.com/office/drawing/2014/main" val="3533018794"/>
                    </a:ext>
                  </a:extLst>
                </a:gridCol>
              </a:tblGrid>
              <a:tr h="753195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</a:pPr>
                      <a:r>
                        <a:rPr lang="en-GB" sz="1800" b="1" u="sng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The Coversheet</a:t>
                      </a:r>
                      <a:endParaRPr lang="en-GB" sz="1800" b="1" kern="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71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01019"/>
                  </a:ext>
                </a:extLst>
              </a:tr>
              <a:tr h="655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 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(unless anonymised)  </a:t>
                      </a:r>
                      <a:endParaRPr lang="en-GB" sz="20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Joseph Oluwasanmi Owolabi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09896"/>
                  </a:ext>
                </a:extLst>
              </a:tr>
              <a:tr h="655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Number 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(as shown on student ID card):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240249395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955742"/>
                  </a:ext>
                </a:extLst>
              </a:tr>
              <a:tr h="3962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Word Count / Pages / Duration / Other Limits: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916432"/>
                  </a:ext>
                </a:extLst>
              </a:tr>
              <a:tr h="450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Assessment component number (1,2 or 3)</a:t>
                      </a:r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GB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86846"/>
                  </a:ext>
                </a:extLst>
              </a:tr>
              <a:tr h="4509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Times New Roman" panose="02020603050405020304" pitchFamily="18" charset="0"/>
                        </a:rPr>
                        <a:t>Assessment type</a:t>
                      </a:r>
                      <a:endParaRPr lang="en-GB" sz="14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Viva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547218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Attempt Number: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1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6147"/>
                  </a:ext>
                </a:extLst>
              </a:tr>
              <a:tr h="315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Date of Submission: 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12/01/2026</a:t>
                      </a:r>
                      <a:endParaRPr lang="en-GB" sz="20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10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9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B81EE-3885-D2D3-457D-283BB862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1AE869-FA86-043C-2AA4-0DBE80E44528}"/>
              </a:ext>
            </a:extLst>
          </p:cNvPr>
          <p:cNvCxnSpPr/>
          <p:nvPr/>
        </p:nvCxnSpPr>
        <p:spPr>
          <a:xfrm>
            <a:off x="617838" y="3249827"/>
            <a:ext cx="0" cy="23107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8EC5FF-0A7E-52D8-D081-D4B9EDEAE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02501"/>
              </p:ext>
            </p:extLst>
          </p:nvPr>
        </p:nvGraphicFramePr>
        <p:xfrm>
          <a:off x="854012" y="2273412"/>
          <a:ext cx="9007741" cy="1155587"/>
        </p:xfrm>
        <a:graphic>
          <a:graphicData uri="http://schemas.openxmlformats.org/drawingml/2006/table">
            <a:tbl>
              <a:tblPr firstRow="1" firstCol="1" bandRow="1"/>
              <a:tblGrid>
                <a:gridCol w="7218382">
                  <a:extLst>
                    <a:ext uri="{9D8B030D-6E8A-4147-A177-3AD203B41FA5}">
                      <a16:colId xmlns:a16="http://schemas.microsoft.com/office/drawing/2014/main" val="787756284"/>
                    </a:ext>
                  </a:extLst>
                </a:gridCol>
                <a:gridCol w="1789359">
                  <a:extLst>
                    <a:ext uri="{9D8B030D-6E8A-4147-A177-3AD203B41FA5}">
                      <a16:colId xmlns:a16="http://schemas.microsoft.com/office/drawing/2014/main" val="2451618896"/>
                    </a:ext>
                  </a:extLst>
                </a:gridCol>
              </a:tblGrid>
              <a:tr h="283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have read and understood the </a:t>
                      </a:r>
                      <a:r>
                        <a:rPr lang="en-GB" sz="1400" u="sng" dirty="0">
                          <a:solidFill>
                            <a:srgbClr val="0563C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Academic Misconduct statement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Tick to confirm </a:t>
                      </a:r>
                      <a:r>
                        <a:rPr lang="en-GB" sz="1400" dirty="0"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568068"/>
                  </a:ext>
                </a:extLst>
              </a:tr>
              <a:tr h="2833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 have read and understood the </a:t>
                      </a:r>
                      <a:r>
                        <a:rPr lang="en-GB" sz="1400" u="sng">
                          <a:solidFill>
                            <a:srgbClr val="0563C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Generative Artificial Intelligence use statement</a:t>
                      </a: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Tick to confirm </a:t>
                      </a:r>
                      <a:r>
                        <a:rPr lang="en-GB" sz="1400"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11619"/>
                  </a:ext>
                </a:extLst>
              </a:tr>
              <a:tr h="588885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Iskoola Pota" panose="020B0502040204020203" pitchFamily="34" charset="0"/>
                        </a:rPr>
                        <a:t>I am satisfied that I have met the Learning Outcomes of this assignment 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(please check the Assignment Brief if you are unsure)</a:t>
                      </a:r>
                      <a:endParaRPr lang="en-GB" sz="140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​​​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Met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400" dirty="0">
                          <a:solidFill>
                            <a:srgbClr val="7F7F7F"/>
                          </a:solidFill>
                          <a:effectLst/>
                          <a:latin typeface="MS Gothic" panose="020B0609070205080204" pitchFamily="49" charset="-128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☐</a:t>
                      </a:r>
                      <a:endParaRPr lang="en-GB" sz="1400" dirty="0"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99136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16FF83F-571B-9B48-D9E3-A4DB99715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962977"/>
              </p:ext>
            </p:extLst>
          </p:nvPr>
        </p:nvGraphicFramePr>
        <p:xfrm>
          <a:off x="854012" y="3629966"/>
          <a:ext cx="9007739" cy="2310713"/>
        </p:xfrm>
        <a:graphic>
          <a:graphicData uri="http://schemas.openxmlformats.org/drawingml/2006/table">
            <a:tbl>
              <a:tblPr firstRow="1" firstCol="1" bandRow="1"/>
              <a:tblGrid>
                <a:gridCol w="9007739">
                  <a:extLst>
                    <a:ext uri="{9D8B030D-6E8A-4147-A177-3AD203B41FA5}">
                      <a16:colId xmlns:a16="http://schemas.microsoft.com/office/drawing/2014/main" val="609738656"/>
                    </a:ext>
                  </a:extLst>
                </a:gridCol>
              </a:tblGrid>
              <a:tr h="691265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Self-Assessment</a:t>
                      </a: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 – If there are particular aspects of your assignment on which you would like feedback, please indicate below.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Optional for students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675"/>
                  </a:ext>
                </a:extLst>
              </a:tr>
              <a:tr h="1162821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b="1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Suggested prompt questions-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How have you developed or progressed your learning in this work?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do you feel is the strongest part of this submission?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feedback would you give yourself?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  <a:p>
                      <a:pPr fontAlgn="base">
                        <a:lnSpc>
                          <a:spcPct val="107000"/>
                        </a:lnSpc>
                      </a:pPr>
                      <a:r>
                        <a:rPr lang="en-GB" sz="1400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Iskoola Pota" panose="020B0502040204020203" pitchFamily="34" charset="0"/>
                        </a:rPr>
                        <a:t>What part(s) of this assignment are you still unsure about?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089793"/>
                  </a:ext>
                </a:extLst>
              </a:tr>
              <a:tr h="456627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Iskoola Pota" panose="020B0502040204020203" pitchFamily="34" charset="0"/>
                      </a:endParaRPr>
                    </a:p>
                  </a:txBody>
                  <a:tcPr marL="63962" marR="6396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1603468"/>
                  </a:ext>
                </a:extLst>
              </a:tr>
            </a:tbl>
          </a:graphicData>
        </a:graphic>
      </p:graphicFrame>
      <p:pic>
        <p:nvPicPr>
          <p:cNvPr id="3" name="Graphic 2" descr="Checkmark outline">
            <a:extLst>
              <a:ext uri="{FF2B5EF4-FFF2-40B4-BE49-F238E27FC236}">
                <a16:creationId xmlns:a16="http://schemas.microsoft.com/office/drawing/2014/main" id="{1205DED4-FF4F-D71E-2636-073C39169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9030" y="2263252"/>
            <a:ext cx="246268" cy="246268"/>
          </a:xfrm>
          <a:prstGeom prst="rect">
            <a:avLst/>
          </a:prstGeom>
        </p:spPr>
      </p:pic>
      <p:pic>
        <p:nvPicPr>
          <p:cNvPr id="4" name="Graphic 3" descr="Checkmark outline">
            <a:extLst>
              <a:ext uri="{FF2B5EF4-FFF2-40B4-BE49-F238E27FC236}">
                <a16:creationId xmlns:a16="http://schemas.microsoft.com/office/drawing/2014/main" id="{FF67359F-EF60-5BC1-2EF2-D7DE9F3D9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15483" y="2533817"/>
            <a:ext cx="246268" cy="246268"/>
          </a:xfrm>
          <a:prstGeom prst="rect">
            <a:avLst/>
          </a:prstGeom>
        </p:spPr>
      </p:pic>
      <p:pic>
        <p:nvPicPr>
          <p:cNvPr id="7" name="Graphic 6" descr="Checkmark outline">
            <a:extLst>
              <a:ext uri="{FF2B5EF4-FFF2-40B4-BE49-F238E27FC236}">
                <a16:creationId xmlns:a16="http://schemas.microsoft.com/office/drawing/2014/main" id="{B3C4DF28-FFB4-E118-92FC-B39C9FDBD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9030" y="2804382"/>
            <a:ext cx="246268" cy="24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98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Table of Content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46F0-EB5C-D552-4FFE-94160790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690689"/>
            <a:ext cx="11550079" cy="4802186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ysClr val="windowText" lastClr="000000"/>
                </a:solidFill>
              </a:rPr>
              <a:t>Introduction</a:t>
            </a:r>
          </a:p>
          <a:p>
            <a:r>
              <a:rPr lang="en-US" sz="1400" dirty="0">
                <a:solidFill>
                  <a:sysClr val="windowText" lastClr="000000"/>
                </a:solidFill>
              </a:rPr>
              <a:t>Problem statement</a:t>
            </a:r>
          </a:p>
          <a:p>
            <a:r>
              <a:rPr lang="en-GB" sz="1400" dirty="0"/>
              <a:t>Research Aims &amp; Objectives</a:t>
            </a:r>
          </a:p>
          <a:p>
            <a:r>
              <a:rPr lang="en-GB" sz="1400" dirty="0"/>
              <a:t>Literature Review Summary</a:t>
            </a:r>
          </a:p>
          <a:p>
            <a:r>
              <a:rPr lang="en-GB" sz="1400" dirty="0"/>
              <a:t>Methodology</a:t>
            </a:r>
          </a:p>
          <a:p>
            <a:r>
              <a:rPr lang="en-GB" sz="1400" dirty="0"/>
              <a:t>Data Collection Process</a:t>
            </a:r>
          </a:p>
          <a:p>
            <a:r>
              <a:rPr lang="en-GB" sz="1400" dirty="0"/>
              <a:t>Results Presentation</a:t>
            </a:r>
          </a:p>
          <a:p>
            <a:r>
              <a:rPr lang="en-GB" sz="1400" dirty="0"/>
              <a:t>Results Analysis</a:t>
            </a:r>
          </a:p>
          <a:p>
            <a:r>
              <a:rPr lang="en-GB" sz="1400" dirty="0"/>
              <a:t>Challenges &amp; Limitations</a:t>
            </a:r>
          </a:p>
          <a:p>
            <a:r>
              <a:rPr lang="en-GB" sz="1400" dirty="0"/>
              <a:t>Discussion</a:t>
            </a:r>
          </a:p>
          <a:p>
            <a:r>
              <a:rPr lang="en-GB" sz="1400" dirty="0"/>
              <a:t>Future Work</a:t>
            </a:r>
          </a:p>
          <a:p>
            <a:r>
              <a:rPr lang="en-GB" sz="1400" dirty="0"/>
              <a:t>Conclusion</a:t>
            </a:r>
          </a:p>
          <a:p>
            <a:r>
              <a:rPr lang="en-GB" sz="1400" dirty="0"/>
              <a:t>References</a:t>
            </a:r>
          </a:p>
          <a:p>
            <a:r>
              <a:rPr lang="en-GB" sz="1400" dirty="0"/>
              <a:t>Executive Summary</a:t>
            </a:r>
          </a:p>
          <a:p>
            <a:r>
              <a:rPr lang="en-GB" sz="1400" dirty="0"/>
              <a:t>Q&amp;A</a:t>
            </a:r>
            <a:endParaRPr 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233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5E49-C905-7502-13EB-955FDFD5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 numCol="3"/>
          <a:lstStyle/>
          <a:p>
            <a:r>
              <a:rPr lang="en-US" dirty="0">
                <a:solidFill>
                  <a:sysClr val="windowText" lastClr="0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046F0-EB5C-D552-4FFE-941607904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663700"/>
            <a:ext cx="9973413" cy="4829175"/>
          </a:xfrm>
        </p:spPr>
        <p:txBody>
          <a:bodyPr numCol="3">
            <a:normAutofit fontScale="47500" lnSpcReduction="20000"/>
          </a:bodyPr>
          <a:lstStyle/>
          <a:p>
            <a:pPr marL="0" indent="0">
              <a:buNone/>
            </a:pPr>
            <a:r>
              <a:rPr lang="en-GB" sz="3300" b="1" dirty="0"/>
              <a:t>RESEARCH CONTEXT &amp; BACKGROUND:</a:t>
            </a:r>
          </a:p>
          <a:p>
            <a:r>
              <a:rPr lang="en-GB" sz="3600" dirty="0"/>
              <a:t>IoT market growth: Smart home devices expected to reach 1.5 billion units globally by 2027 (Statista, 2024)</a:t>
            </a:r>
          </a:p>
          <a:p>
            <a:r>
              <a:rPr lang="en-GB" sz="3600" dirty="0"/>
              <a:t>Connected ecosystems now include thermostats, cameras, lights, voice assistants, and security systems</a:t>
            </a:r>
          </a:p>
          <a:p>
            <a:r>
              <a:rPr lang="en-GB" sz="3600" dirty="0"/>
              <a:t>These devices communicate via protocols like MQTT, creating complex network topologies</a:t>
            </a:r>
            <a:endParaRPr lang="en-US" sz="3600" dirty="0"/>
          </a:p>
          <a:p>
            <a:endParaRPr lang="en-GB" sz="3300" b="1" dirty="0"/>
          </a:p>
          <a:p>
            <a:endParaRPr lang="en-GB" sz="3300" b="1" dirty="0"/>
          </a:p>
          <a:p>
            <a:endParaRPr lang="en-GB" sz="3300" b="1" dirty="0"/>
          </a:p>
          <a:p>
            <a:endParaRPr lang="en-GB" sz="3300" b="1" dirty="0"/>
          </a:p>
          <a:p>
            <a:endParaRPr lang="en-GB" sz="3300" b="1" dirty="0"/>
          </a:p>
          <a:p>
            <a:pPr marL="0" indent="0">
              <a:buNone/>
            </a:pPr>
            <a:endParaRPr lang="en-GB" sz="3300" b="1" dirty="0"/>
          </a:p>
          <a:p>
            <a:pPr marL="0" indent="0">
              <a:buNone/>
            </a:pPr>
            <a:endParaRPr lang="en-GB" sz="3600" b="1" dirty="0"/>
          </a:p>
          <a:p>
            <a:pPr marL="0" indent="0" algn="ctr">
              <a:buNone/>
            </a:pPr>
            <a:r>
              <a:rPr lang="en-GB" sz="3600" b="1" dirty="0"/>
              <a:t> RELEVANCE TO INDUSTRY &amp; ACADEMIA:</a:t>
            </a:r>
          </a:p>
          <a:p>
            <a:r>
              <a:rPr lang="en-GB" sz="3600" dirty="0"/>
              <a:t>Industry Impact: Smart home market valued at $80+ billion; cybersecurity is critical for market adoption (Gartner, 2024)</a:t>
            </a:r>
          </a:p>
          <a:p>
            <a:r>
              <a:rPr lang="en-GB" sz="3600" dirty="0"/>
              <a:t>Academic Relevance: IoT security remains an open research challenge with limited lightweight solutions (Hussain et al., 2020)</a:t>
            </a:r>
          </a:p>
          <a:p>
            <a:r>
              <a:rPr lang="en-GB" sz="3600" dirty="0"/>
              <a:t>Consumer Trust: Data breaches in smart homes directly impact user adoption and regulatory compliance (GDPR, 2018)</a:t>
            </a:r>
            <a:endParaRPr lang="en-GB" sz="3300" b="1" dirty="0"/>
          </a:p>
          <a:p>
            <a:endParaRPr lang="en-GB" sz="3300" b="1" dirty="0"/>
          </a:p>
          <a:p>
            <a:endParaRPr lang="en-GB" sz="3300" b="1" dirty="0"/>
          </a:p>
          <a:p>
            <a:endParaRPr lang="en-GB" sz="3300" b="1" dirty="0"/>
          </a:p>
          <a:p>
            <a:endParaRPr lang="en-GB" sz="3300" b="1" dirty="0"/>
          </a:p>
          <a:p>
            <a:endParaRPr lang="en-GB" sz="3300" b="1" dirty="0"/>
          </a:p>
          <a:p>
            <a:pPr marL="0" indent="0">
              <a:buNone/>
            </a:pPr>
            <a:endParaRPr lang="en-GB" sz="3300" b="1" dirty="0"/>
          </a:p>
          <a:p>
            <a:pPr marL="0" indent="0" algn="ctr">
              <a:buNone/>
            </a:pPr>
            <a:r>
              <a:rPr lang="en-GB" sz="3600" b="1" dirty="0"/>
              <a:t>RESEARCH MOTIVATION - WHY THIS TOPIC?:</a:t>
            </a:r>
          </a:p>
          <a:p>
            <a:r>
              <a:rPr lang="en-GB" sz="3600" dirty="0"/>
              <a:t>Traditional IDS designed for enterprise IT, not resource-constrained IoT environments</a:t>
            </a:r>
          </a:p>
          <a:p>
            <a:r>
              <a:rPr lang="en-GB" sz="3600" dirty="0"/>
              <a:t>DDoS attacks increasingly target IoT devices: Mirai botnet (2016) hijacked 600,000+ devices (Wikipedia Contributors, 2019)</a:t>
            </a:r>
          </a:p>
          <a:p>
            <a:r>
              <a:rPr lang="en-GB" sz="3600" dirty="0"/>
              <a:t>Gap: No lightweight, non-intrusive AI-based detection specifically for smart home MQTT traffic</a:t>
            </a:r>
          </a:p>
          <a:p>
            <a:r>
              <a:rPr lang="en-GB" sz="3600" dirty="0"/>
              <a:t>Urgency: As smart homes proliferate, proactive security solutions are essential for consumer protection</a:t>
            </a:r>
          </a:p>
          <a:p>
            <a:endParaRPr lang="en-US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4E5B73-2FEC-37E5-1E32-146D810B5C8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32CC9-2F23-BFA7-DF8F-48771241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F73F-4A21-28C4-764F-BF89E730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0103-D4F5-FF11-A722-09324655B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747" y="1825625"/>
            <a:ext cx="10515600" cy="4351338"/>
          </a:xfrm>
        </p:spPr>
        <p:txBody>
          <a:bodyPr numCol="3">
            <a:normAutofit/>
          </a:bodyPr>
          <a:lstStyle/>
          <a:p>
            <a:pPr marL="0" indent="0" algn="ctr">
              <a:buNone/>
            </a:pPr>
            <a:r>
              <a:rPr lang="en-GB" sz="1700" b="1" dirty="0"/>
              <a:t>Security Vulnerabilities in IoT Smart Homes</a:t>
            </a:r>
          </a:p>
          <a:p>
            <a:r>
              <a:rPr lang="en-GB" sz="1700" dirty="0"/>
              <a:t>Traditional Intrusion Detection Systems (IDS) are ill-equipped for resource-constrained IoT environments, lacking the adaptability required for diverse smart home ecosystems </a:t>
            </a:r>
          </a:p>
          <a:p>
            <a:r>
              <a:rPr lang="en-GB" sz="1700" dirty="0"/>
              <a:t>IoT devices are inherently resource-constrained, possessing limited computational power, memory, and energy, which precludes the deployment of heavy-duty security solutions.</a:t>
            </a:r>
          </a:p>
          <a:p>
            <a:r>
              <a:rPr lang="en-GB" sz="1700" dirty="0"/>
              <a:t>A prevalent issue is weak encryption and authentication mechanisms, often compounded by default or easily guessable credentials, making devices prime targets for compromise.</a:t>
            </a:r>
          </a:p>
          <a:p>
            <a:r>
              <a:rPr lang="en-GB" sz="1700" dirty="0"/>
              <a:t>Smart home devices are increasingly both targets of Distributed Denial-of-Service (DDoS) attacks and exploited as instruments to launch such attacks, as exemplified by large-scale botnets.</a:t>
            </a:r>
          </a:p>
          <a:p>
            <a:r>
              <a:rPr lang="en-GB" sz="1700" dirty="0"/>
              <a:t>Signature-based detection methods prove ineffective against novel and zero-day attacks, which are constantly emerging in the dynamic IoT threat landscape (Bhatia, Sood &amp; Gupta, 2021).</a:t>
            </a:r>
          </a:p>
          <a:p>
            <a:r>
              <a:rPr lang="en-GB" sz="1700" dirty="0"/>
              <a:t>The resource-intensive nature of traditional IDS makes them unfeasible for direct deployment on energy- and computationally-limited IoT devices (</a:t>
            </a:r>
            <a:r>
              <a:rPr lang="en-GB" sz="1700" dirty="0" err="1"/>
              <a:t>Nkenyereye</a:t>
            </a:r>
            <a:r>
              <a:rPr lang="en-GB" sz="1700" dirty="0"/>
              <a:t>, Hafiane &amp; Canals, 2022).</a:t>
            </a:r>
          </a:p>
          <a:p>
            <a:endParaRPr lang="en-US" sz="1700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859EE0-46E0-1E9F-8E51-B19B33D06CC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714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30BEA-700F-850E-1DB9-8D96F2332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3E6C-EE13-30D4-BF84-2A54FA55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Problem Statement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4C72-6047-392F-EA01-14FF36110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867" y="1825625"/>
            <a:ext cx="10515600" cy="4351338"/>
          </a:xfrm>
        </p:spPr>
        <p:txBody>
          <a:bodyPr numCol="3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1800" b="1" dirty="0"/>
              <a:t>Existing Research Limitations</a:t>
            </a:r>
          </a:p>
          <a:p>
            <a:r>
              <a:rPr lang="en-GB" sz="1800" dirty="0"/>
              <a:t>There is limited research on lightweight, AI-based DDoS detection specifically tailored for the MQTT protocol, a common communication standard in smart home environments.</a:t>
            </a:r>
          </a:p>
          <a:p>
            <a:r>
              <a:rPr lang="en-GB" sz="1800" dirty="0"/>
              <a:t>Current security solutions often lack non-intrusive integration methods, especially with popular smart home platforms like Home Assistant, requiring disruptive system modifications.</a:t>
            </a:r>
          </a:p>
          <a:p>
            <a:r>
              <a:rPr lang="en-GB" sz="1800" dirty="0"/>
              <a:t>A significant gap exists in developing real-time detection methods that can operate effectively without altering or compromising the core functionalities and user experience of smart home systems.</a:t>
            </a:r>
          </a:p>
          <a:p>
            <a:r>
              <a:rPr lang="en-GB" sz="1800" dirty="0"/>
              <a:t>Most advanced cybersecurity solutions are designed for enterprise IT networks, creating a critical void for robust, user-friendly, and specifically adapted security solutions for consumer IoT needs.</a:t>
            </a:r>
          </a:p>
          <a:p>
            <a:pPr marL="0" indent="0">
              <a:buNone/>
            </a:pPr>
            <a:endParaRPr lang="en-GB" sz="1800" dirty="0"/>
          </a:p>
          <a:p>
            <a:pPr marL="0" indent="0" algn="ctr">
              <a:buNone/>
            </a:pPr>
            <a:r>
              <a:rPr lang="en-GB" sz="1800" b="1" dirty="0"/>
              <a:t> Urgency and Impact</a:t>
            </a:r>
          </a:p>
          <a:p>
            <a:r>
              <a:rPr lang="en-GB" sz="1800" dirty="0"/>
              <a:t>The smart home market is experiencing exponential growth, with projections reaching 1.5 billion units globally by 2027, making comprehensive security solutions more critical than ever.</a:t>
            </a:r>
          </a:p>
          <a:p>
            <a:r>
              <a:rPr lang="en-GB" sz="1800" dirty="0"/>
              <a:t>The Mirai botnet attack, which hijacked over 600,000 IoT devices, highlights the severe real-world consequences of insecure smart home ecosystems.</a:t>
            </a:r>
          </a:p>
          <a:p>
            <a:r>
              <a:rPr lang="en-GB" sz="1800" dirty="0"/>
              <a:t>Ensuring consumer trust and adherence to regulatory compliance, such as GDPR, are directly impacted by the security posture of smart home devices, influencing market adoption and legal ramifications.</a:t>
            </a:r>
          </a:p>
          <a:p>
            <a:r>
              <a:rPr lang="en-GB" sz="1800" dirty="0"/>
              <a:t>There is an urgent need for proactive security solutions that can safeguard smart homes against evolving threats, ensuring user privacy, data integrity, and system availability.</a:t>
            </a:r>
          </a:p>
          <a:p>
            <a:endParaRPr lang="en-US" sz="17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08F708-313D-A61E-9FB9-2D77860627DE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1013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9DEF2-6BF1-73BB-357A-1B65F24E7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1462-637C-20E8-F48A-8F959960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Research Aim and Objectives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B4C8F-8DE0-B204-1545-429BF0FBA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563129"/>
            <a:ext cx="10515600" cy="5294870"/>
          </a:xfrm>
        </p:spPr>
        <p:txBody>
          <a:bodyPr numCol="2">
            <a:normAutofit fontScale="250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GB" sz="5600" b="1" dirty="0"/>
              <a:t>Aim</a:t>
            </a:r>
          </a:p>
          <a:p>
            <a:pPr>
              <a:lnSpc>
                <a:spcPct val="120000"/>
              </a:lnSpc>
            </a:pPr>
            <a:r>
              <a:rPr lang="en-GB" sz="5600" dirty="0"/>
              <a:t>This study aims to design and implement an AI-based IDS for precise DDoS detection in smart home MQTT traffic, ensuring it is lightweight, real-time, and compatible with platforms like Home Assistant.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GB" sz="5600" b="1" dirty="0"/>
              <a:t>Objectives</a:t>
            </a:r>
          </a:p>
          <a:p>
            <a:pPr marL="0" indent="0">
              <a:lnSpc>
                <a:spcPct val="150000"/>
              </a:lnSpc>
              <a:buNone/>
            </a:pPr>
            <a:endParaRPr lang="en-GB" sz="5600" b="1" dirty="0"/>
          </a:p>
          <a:p>
            <a:pPr marL="0" indent="0">
              <a:lnSpc>
                <a:spcPct val="150000"/>
              </a:lnSpc>
              <a:buNone/>
            </a:pPr>
            <a:endParaRPr lang="en-GB" sz="5600" b="1" dirty="0"/>
          </a:p>
          <a:p>
            <a:pPr marL="0" indent="0">
              <a:lnSpc>
                <a:spcPct val="150000"/>
              </a:lnSpc>
              <a:buNone/>
            </a:pPr>
            <a:endParaRPr lang="en-GB" sz="56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endParaRPr lang="en-GB" sz="1800" b="1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GB" sz="5600" b="1" dirty="0"/>
              <a:t>Research Questions</a:t>
            </a:r>
          </a:p>
          <a:p>
            <a:pPr>
              <a:lnSpc>
                <a:spcPct val="120000"/>
              </a:lnSpc>
            </a:pPr>
            <a:r>
              <a:rPr lang="en-GB" sz="5600" dirty="0"/>
              <a:t>How can artificial intelligence be applied to effectively detect and mitigate DDoS attacks targeting IoT devices in smart home environments?</a:t>
            </a:r>
          </a:p>
          <a:p>
            <a:pPr>
              <a:lnSpc>
                <a:spcPct val="120000"/>
              </a:lnSpc>
            </a:pPr>
            <a:r>
              <a:rPr lang="en-GB" sz="5600" dirty="0"/>
              <a:t>What patterns in MQTT traffic indicate a DDoS attack in a smart home environment?</a:t>
            </a:r>
          </a:p>
          <a:p>
            <a:pPr>
              <a:lnSpc>
                <a:spcPct val="120000"/>
              </a:lnSpc>
            </a:pPr>
            <a:r>
              <a:rPr lang="en-GB" sz="5600" dirty="0"/>
              <a:t>Can a lightweight, non-intrusive AI model be integrated with existing smart home platforms like Home Assistant without having a degrading effect on the system performance?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GB" sz="5600" b="1" dirty="0"/>
              <a:t>Research Hypotheses</a:t>
            </a:r>
          </a:p>
          <a:p>
            <a:pPr>
              <a:lnSpc>
                <a:spcPct val="120000"/>
              </a:lnSpc>
            </a:pPr>
            <a:r>
              <a:rPr lang="en-GB" sz="5600" dirty="0"/>
              <a:t>H1: AI-based models, such as the Isolation Forest, can help detect DDoS attack patterns in MQTT traffic with an expected higher accuracy and lower false positives compared to available traditional signature-based methods.</a:t>
            </a:r>
          </a:p>
          <a:p>
            <a:pPr>
              <a:lnSpc>
                <a:spcPct val="120000"/>
              </a:lnSpc>
            </a:pPr>
            <a:r>
              <a:rPr lang="en-GB" sz="5600" dirty="0"/>
              <a:t>H2: Simulated IoT traffic using virtual sensors and Python MQTT scripts can reliably replicate real world DDoS attack scenarios, resulting in valid datasets for training and testing detection models.</a:t>
            </a:r>
          </a:p>
          <a:p>
            <a:pPr>
              <a:lnSpc>
                <a:spcPct val="150000"/>
              </a:lnSpc>
            </a:pPr>
            <a:endParaRPr lang="en-GB" sz="4400" b="1" dirty="0"/>
          </a:p>
          <a:p>
            <a:pPr>
              <a:lnSpc>
                <a:spcPct val="150000"/>
              </a:lnSpc>
            </a:pPr>
            <a:endParaRPr lang="en-GB" sz="4300" dirty="0"/>
          </a:p>
          <a:p>
            <a:pPr marL="457200" lvl="1" indent="0">
              <a:buNone/>
            </a:pPr>
            <a:endParaRPr lang="en-GB" b="1" dirty="0"/>
          </a:p>
          <a:p>
            <a:pPr marL="457200" lvl="1" indent="0">
              <a:buNone/>
            </a:pPr>
            <a:endParaRPr lang="en-GB" b="1" dirty="0"/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US" i="1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D4D53C-1E30-DFF7-BF6F-03B6A02DFD05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14E2144-A6C4-5747-878C-3064CFF44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2" y="3172465"/>
            <a:ext cx="5096613" cy="3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64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20F72-C90E-A834-065C-01A3AA02D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68EF-9454-2291-92F2-EAE09FA4C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Literature Review Summary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6C6F-012C-A3C6-67E7-7C110DC3B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226" y="1690688"/>
            <a:ext cx="10908133" cy="5075871"/>
          </a:xfrm>
        </p:spPr>
        <p:txBody>
          <a:bodyPr numCol="3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1400" b="1" dirty="0"/>
              <a:t>Key Theories &amp; Conceptual Frameworks:</a:t>
            </a:r>
          </a:p>
          <a:p>
            <a:r>
              <a:rPr lang="en-GB" sz="1400" b="1" dirty="0"/>
              <a:t>IoT Smart Home Architecture: </a:t>
            </a:r>
            <a:r>
              <a:rPr lang="en-GB" sz="1400" dirty="0"/>
              <a:t>Lightweight protocols (MQTT, Zigbee, BLE) designed for efficiency but lacking strong native security</a:t>
            </a:r>
          </a:p>
          <a:p>
            <a:r>
              <a:rPr lang="en-GB" sz="1400" b="1" dirty="0"/>
              <a:t>DDoS Attack Mechanisms: </a:t>
            </a:r>
            <a:r>
              <a:rPr lang="en-GB" sz="1400" dirty="0"/>
              <a:t>Exploitation of resource-constrained devices to launch traffic floods targeting MQTT brokers and central hubs</a:t>
            </a:r>
          </a:p>
          <a:p>
            <a:r>
              <a:rPr lang="en-GB" sz="1400" b="1" dirty="0"/>
              <a:t>Intrusion Detection Theory: </a:t>
            </a:r>
            <a:r>
              <a:rPr lang="en-GB" sz="1400" dirty="0"/>
              <a:t>Signature-based vs. anomaly-based approaches; limitations of traditional IDS in dynamic IoT environments</a:t>
            </a:r>
          </a:p>
          <a:p>
            <a:pPr marL="0" indent="0" algn="ctr">
              <a:buNone/>
            </a:pPr>
            <a:r>
              <a:rPr lang="en-GB" sz="1400" b="1" dirty="0"/>
              <a:t>Summary of Past Work:</a:t>
            </a:r>
          </a:p>
          <a:p>
            <a:r>
              <a:rPr lang="en-GB" sz="1400" dirty="0"/>
              <a:t>Isolation Forest achieved &gt;95% accuracy on MQTT-based DDoS detection with minimal false positives Ahmed et al. (2022).</a:t>
            </a:r>
          </a:p>
          <a:p>
            <a:r>
              <a:rPr lang="en-GB" sz="1400" dirty="0"/>
              <a:t>MQTT message rates and timing intervals effective for unsupervised anomaly detection Kim, Park &amp; Lee (2022)</a:t>
            </a:r>
          </a:p>
          <a:p>
            <a:r>
              <a:rPr lang="en-GB" sz="1400" dirty="0"/>
              <a:t>MQTT brokers vulnerable to application-layer DDoS; traffic metadata sufficient for detection Doshi, Apthorpe &amp; Feamster (2021)</a:t>
            </a:r>
          </a:p>
          <a:p>
            <a:r>
              <a:rPr lang="en-GB" sz="1400" dirty="0"/>
              <a:t>Lightweight IDS essential for IoT; unsupervised models perform well with predictable traffic </a:t>
            </a:r>
            <a:r>
              <a:rPr lang="en-GB" sz="1400" dirty="0" err="1"/>
              <a:t>Nkenyereye</a:t>
            </a:r>
            <a:r>
              <a:rPr lang="en-GB" sz="1400" dirty="0"/>
              <a:t>, Hafiane &amp; Canals (2022)</a:t>
            </a:r>
          </a:p>
          <a:p>
            <a:r>
              <a:rPr lang="en-GB" sz="1400" dirty="0"/>
              <a:t>IoT devices account for 32% of DDoS botnet devices; 500% increase in new botnet variants Rahman et al. (2023)</a:t>
            </a:r>
          </a:p>
          <a:p>
            <a:pPr marL="0" indent="0" algn="ctr">
              <a:buNone/>
            </a:pPr>
            <a:r>
              <a:rPr lang="en-GB" sz="1400" b="1" dirty="0"/>
              <a:t>Identified Research Gaps:</a:t>
            </a:r>
          </a:p>
          <a:p>
            <a:r>
              <a:rPr lang="en-GB" sz="1400" b="1" dirty="0"/>
              <a:t>Simulation-Reality Gap:</a:t>
            </a:r>
            <a:r>
              <a:rPr lang="en-GB" sz="1400" dirty="0"/>
              <a:t> Most studies use simulated data; limited real-world validation in live smart home deployments</a:t>
            </a:r>
          </a:p>
          <a:p>
            <a:r>
              <a:rPr lang="en-GB" sz="1400" b="1" dirty="0"/>
              <a:t>Feature Consistency:</a:t>
            </a:r>
            <a:r>
              <a:rPr lang="en-GB" sz="1400" dirty="0"/>
              <a:t> Mismatch between training features (packet-level) and deployment features (sensor-level) reduces model effectiveness</a:t>
            </a:r>
          </a:p>
          <a:p>
            <a:r>
              <a:rPr lang="en-GB" sz="1400" b="1" dirty="0"/>
              <a:t>Integration Challenges:</a:t>
            </a:r>
            <a:r>
              <a:rPr lang="en-GB" sz="1400" dirty="0"/>
              <a:t> Few studies address practical integration with existing smart home platforms like Home Assistant</a:t>
            </a:r>
          </a:p>
          <a:p>
            <a:r>
              <a:rPr lang="en-GB" sz="1400" b="1" dirty="0"/>
              <a:t>Generalization Issues:</a:t>
            </a:r>
            <a:r>
              <a:rPr lang="en-GB" sz="1400" dirty="0"/>
              <a:t> Models trained on synthetic datasets struggle to generalize to diverse real-world IoT environments</a:t>
            </a:r>
          </a:p>
          <a:p>
            <a:r>
              <a:rPr lang="en-GB" sz="1400" b="1" dirty="0"/>
              <a:t>Response Mechanisms:</a:t>
            </a:r>
            <a:r>
              <a:rPr lang="en-GB" sz="1400" dirty="0"/>
              <a:t> Focus on detection only; limited work on automated response and remediation strategies</a:t>
            </a:r>
          </a:p>
          <a:p>
            <a:pPr marL="0" indent="0" algn="ctr">
              <a:buNone/>
            </a:pPr>
            <a:r>
              <a:rPr lang="en-GB" sz="1400" b="1" dirty="0"/>
              <a:t>How This Research Builds Upon &amp; Differs From Prior Work:</a:t>
            </a:r>
          </a:p>
          <a:p>
            <a:r>
              <a:rPr lang="en-GB" sz="1400" b="1" dirty="0"/>
              <a:t>BUILDS ON: </a:t>
            </a:r>
            <a:r>
              <a:rPr lang="en-GB" sz="1400" dirty="0"/>
              <a:t>Isolation Forest and XGBoost effectiveness demonstrated in prior studies; MQTT as viable detection vector</a:t>
            </a:r>
          </a:p>
          <a:p>
            <a:r>
              <a:rPr lang="en-GB" sz="1400" b="1" dirty="0"/>
              <a:t>DIFFERS: </a:t>
            </a:r>
            <a:r>
              <a:rPr lang="en-GB" sz="1400" dirty="0"/>
              <a:t>First comprehensive integration of both unsupervised + supervised models with Home Assistant; explicit focus on deployment challenges</a:t>
            </a:r>
          </a:p>
          <a:p>
            <a:r>
              <a:rPr lang="en-GB" sz="1400" b="1" dirty="0"/>
              <a:t>PRACTICAL FOCUS: </a:t>
            </a:r>
            <a:r>
              <a:rPr lang="en-GB" sz="1400" dirty="0"/>
              <a:t>End-to-end pipeline from data collection to live inference; non-intrusive architecture preserving system stability</a:t>
            </a:r>
          </a:p>
          <a:p>
            <a:r>
              <a:rPr lang="en-GB" sz="1400" b="1" dirty="0"/>
              <a:t>NOVEL CONTRIBUTION: </a:t>
            </a:r>
            <a:r>
              <a:rPr lang="en-GB" sz="1400" dirty="0"/>
              <a:t>Critical assessment of simulation-reality gap; identification of feature alignment as key barrier to live deployment</a:t>
            </a:r>
          </a:p>
          <a:p>
            <a:r>
              <a:rPr lang="en-GB" sz="1400" b="1" dirty="0"/>
              <a:t>HONEST EVALUATION: </a:t>
            </a:r>
            <a:r>
              <a:rPr lang="en-GB" sz="1400" dirty="0"/>
              <a:t>Transparent reporting of limitations (normal-only classifications in live testing) rather than inflated offline metrics</a:t>
            </a:r>
          </a:p>
          <a:p>
            <a:endParaRPr lang="en-GB" sz="1400" dirty="0"/>
          </a:p>
          <a:p>
            <a:endParaRPr lang="en-GB" sz="1400" dirty="0"/>
          </a:p>
          <a:p>
            <a:pPr marL="0" indent="0">
              <a:buNone/>
            </a:pPr>
            <a:endParaRPr lang="en-GB" sz="1400" dirty="0"/>
          </a:p>
          <a:p>
            <a:endParaRPr lang="en-GB" sz="1400" dirty="0"/>
          </a:p>
          <a:p>
            <a:endParaRPr lang="en-GB" sz="1400" dirty="0"/>
          </a:p>
          <a:p>
            <a:endParaRPr lang="en-US" sz="1400" dirty="0"/>
          </a:p>
          <a:p>
            <a:endParaRPr lang="en-US" sz="1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92AD6E-01A5-CDB0-CFF1-2F767DCB5F2C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71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8C956-B357-3404-8FF8-832D0B29C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B35E-E0C9-DA42-9298-79FF3992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Methodology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2A5EF-14F5-FE16-BBDC-6F260901B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563130"/>
            <a:ext cx="10943589" cy="5014912"/>
          </a:xfrm>
        </p:spPr>
        <p:txBody>
          <a:bodyPr numCol="3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GB" sz="6000" b="1" dirty="0"/>
              <a:t>Research Design</a:t>
            </a:r>
          </a:p>
          <a:p>
            <a:r>
              <a:rPr lang="en-GB" sz="6000" dirty="0"/>
              <a:t>Experimental research design with quantitative methods</a:t>
            </a:r>
          </a:p>
          <a:p>
            <a:r>
              <a:rPr lang="en-GB" sz="6000" dirty="0"/>
              <a:t>Controlled simulation of normal and malicious network traffic</a:t>
            </a:r>
          </a:p>
          <a:p>
            <a:r>
              <a:rPr lang="en-GB" sz="6000" dirty="0"/>
              <a:t>Objective evaluation through metrics: accuracy, precision, recall, F1-score</a:t>
            </a:r>
          </a:p>
          <a:p>
            <a:pPr marL="0" indent="0" algn="ctr">
              <a:buNone/>
            </a:pPr>
            <a:r>
              <a:rPr lang="en-GB" sz="6000" b="1" dirty="0"/>
              <a:t>Data Collection Methods</a:t>
            </a:r>
          </a:p>
          <a:p>
            <a:r>
              <a:rPr lang="en-GB" sz="6000" dirty="0"/>
              <a:t>Home Assistant OS: Smart home hub simulation</a:t>
            </a:r>
          </a:p>
          <a:p>
            <a:r>
              <a:rPr lang="en-GB" sz="6000" dirty="0"/>
              <a:t>Mosquitto MQTT Broker: Device communication protocol</a:t>
            </a:r>
          </a:p>
          <a:p>
            <a:r>
              <a:rPr lang="en-GB" sz="6000" dirty="0"/>
              <a:t>Virtual IoT Sensors: Temperature, humidity, and gas sensors</a:t>
            </a:r>
          </a:p>
          <a:p>
            <a:r>
              <a:rPr lang="en-GB" sz="6000" dirty="0"/>
              <a:t>Python Scripts: Normal and DDoS traffic generation</a:t>
            </a:r>
          </a:p>
          <a:p>
            <a:r>
              <a:rPr lang="en-GB" sz="6000" dirty="0"/>
              <a:t>Wireshark: Packet-level traffic capture and export to CSV</a:t>
            </a:r>
            <a:endParaRPr lang="en-US" sz="6000" dirty="0"/>
          </a:p>
          <a:p>
            <a:pPr marL="0" indent="0" algn="ctr">
              <a:buNone/>
            </a:pPr>
            <a:r>
              <a:rPr lang="en-GB" sz="6000" b="1" dirty="0"/>
              <a:t>Sampling Technique</a:t>
            </a:r>
          </a:p>
          <a:p>
            <a:r>
              <a:rPr lang="en-GB" sz="6000" dirty="0"/>
              <a:t>Complete enumeration approach (all packets captured)</a:t>
            </a:r>
          </a:p>
          <a:p>
            <a:r>
              <a:rPr lang="en-GB" sz="6000" dirty="0"/>
              <a:t>Two distinct datasets: Normal traffic.csv and DDoS traffic.csv</a:t>
            </a:r>
          </a:p>
          <a:p>
            <a:r>
              <a:rPr lang="en-GB" sz="6000" dirty="0"/>
              <a:t>Packet-level attributes: No., Time, Source, Destination, Protocol, Length, Info</a:t>
            </a:r>
          </a:p>
          <a:p>
            <a:r>
              <a:rPr lang="en-GB" sz="6000" dirty="0"/>
              <a:t>No sampling bias—entire traffic streams captured during simulation periods</a:t>
            </a:r>
          </a:p>
          <a:p>
            <a:pPr marL="0" indent="0" algn="ctr">
              <a:buNone/>
            </a:pPr>
            <a:r>
              <a:rPr lang="en-GB" sz="6000" b="1" dirty="0"/>
              <a:t>Tools &amp; Technologies Used</a:t>
            </a:r>
          </a:p>
          <a:p>
            <a:r>
              <a:rPr lang="en-GB" sz="6000" dirty="0"/>
              <a:t>Home Assistant OS - Smart home platform simulation</a:t>
            </a:r>
          </a:p>
          <a:p>
            <a:r>
              <a:rPr lang="en-GB" sz="6000" dirty="0"/>
              <a:t>Mosquitto MQTT Broker - Lightweight IoT communication</a:t>
            </a:r>
          </a:p>
          <a:p>
            <a:r>
              <a:rPr lang="en-GB" sz="6000" dirty="0"/>
              <a:t>Wireshark - Network packet analysis and capture</a:t>
            </a:r>
          </a:p>
          <a:p>
            <a:r>
              <a:rPr lang="en-GB" sz="6000" dirty="0"/>
              <a:t>Python - Traffic generation and feature engineering</a:t>
            </a:r>
          </a:p>
          <a:p>
            <a:r>
              <a:rPr lang="en-GB" sz="6000" dirty="0"/>
              <a:t>Isolation Forest - Unsupervised anomaly detection</a:t>
            </a:r>
          </a:p>
          <a:p>
            <a:r>
              <a:rPr lang="en-GB" sz="6000" dirty="0"/>
              <a:t>XGBoost - Supervised classification algorithm</a:t>
            </a:r>
          </a:p>
          <a:p>
            <a:r>
              <a:rPr lang="en-GB" sz="6000" dirty="0"/>
              <a:t>Flask - REST API for model inference</a:t>
            </a:r>
          </a:p>
          <a:p>
            <a:r>
              <a:rPr lang="en-GB" sz="6000" dirty="0"/>
              <a:t>Pandas/NumPy - Data processing and analysis</a:t>
            </a:r>
          </a:p>
          <a:p>
            <a:pPr marL="0" indent="0" algn="ctr">
              <a:buNone/>
            </a:pPr>
            <a:endParaRPr lang="en-GB" sz="6000" b="1" dirty="0"/>
          </a:p>
          <a:p>
            <a:pPr marL="0" indent="0" algn="ctr">
              <a:buNone/>
            </a:pPr>
            <a:endParaRPr lang="en-GB" sz="6000" b="1" dirty="0"/>
          </a:p>
          <a:p>
            <a:pPr marL="0" indent="0" algn="ctr">
              <a:buNone/>
            </a:pPr>
            <a:r>
              <a:rPr lang="en-GB" sz="6000" b="1" dirty="0"/>
              <a:t>Justification for Chosen Methods</a:t>
            </a:r>
          </a:p>
          <a:p>
            <a:r>
              <a:rPr lang="en-GB" sz="6000" dirty="0"/>
              <a:t>Experimental design allows controlled testing of both normal and attack scenarios</a:t>
            </a:r>
          </a:p>
          <a:p>
            <a:r>
              <a:rPr lang="en-GB" sz="6000" dirty="0"/>
              <a:t>MQTT protocol chosen for its widespread use in smart homes despite security limitations</a:t>
            </a:r>
          </a:p>
          <a:p>
            <a:r>
              <a:rPr lang="en-GB" sz="6000" dirty="0"/>
              <a:t>Wireshark selected for packet-level precision and reliability in IoT research</a:t>
            </a:r>
          </a:p>
          <a:p>
            <a:r>
              <a:rPr lang="en-GB" sz="6000" dirty="0"/>
              <a:t>Isolation Forest: Low computational overhead, effective for IoT with limited resources</a:t>
            </a:r>
          </a:p>
          <a:p>
            <a:r>
              <a:rPr lang="en-GB" sz="6000" dirty="0"/>
              <a:t>XGBoost: High performance with structured data, proven in intrusion detection</a:t>
            </a:r>
          </a:p>
          <a:p>
            <a:r>
              <a:rPr lang="en-GB" sz="6000" dirty="0"/>
              <a:t>Non-intrusive architecture: Models operate externally without modifying Home Assistant core</a:t>
            </a:r>
          </a:p>
          <a:p>
            <a:r>
              <a:rPr lang="en-GB" sz="6000" dirty="0"/>
              <a:t>Comparative evaluation: Both unsupervised and supervised approaches assess trade-offs between adaptability and accuracy</a:t>
            </a:r>
          </a:p>
          <a:p>
            <a:r>
              <a:rPr lang="en-GB" sz="6000" dirty="0"/>
              <a:t>Feature engineering focused on lightweight metrics (message frequency, timing, packet size) suitable for resource-constrained environments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D74407-24A9-EC3F-1DC3-D27B2A7C3D28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861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CD7089-539B-F1E4-1113-EA5BC9CA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92C5-107F-6235-7105-D007948E4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Data Collection Process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B8CB8-E5B6-DD68-AD97-8FBFE2345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563130"/>
            <a:ext cx="10515600" cy="5081508"/>
          </a:xfrm>
        </p:spPr>
        <p:txBody>
          <a:bodyPr numCol="3">
            <a:normAutofit fontScale="40000" lnSpcReduction="20000"/>
          </a:bodyPr>
          <a:lstStyle/>
          <a:p>
            <a:pPr marL="0" indent="0" algn="ctr">
              <a:buNone/>
            </a:pPr>
            <a:r>
              <a:rPr lang="en-GB" sz="4000" b="1" dirty="0"/>
              <a:t>WHERE Data Was Collected:</a:t>
            </a:r>
          </a:p>
          <a:p>
            <a:r>
              <a:rPr lang="en-GB" sz="4000" dirty="0"/>
              <a:t>Simulated smart home environment using Home Assistant OS</a:t>
            </a:r>
          </a:p>
          <a:p>
            <a:r>
              <a:rPr lang="en-GB" sz="4000" dirty="0"/>
              <a:t>Mosquitto MQTT broker as central communication hub</a:t>
            </a:r>
          </a:p>
          <a:p>
            <a:r>
              <a:rPr lang="en-GB" sz="4000" dirty="0"/>
              <a:t>Network interface monitoring via Wireshark packet capture</a:t>
            </a:r>
          </a:p>
          <a:p>
            <a:r>
              <a:rPr lang="en-GB" sz="4000" dirty="0"/>
              <a:t>Virtual IoT sensors (temperature, humidity, gas) deployed in controlled lab environment</a:t>
            </a:r>
          </a:p>
          <a:p>
            <a:pPr marL="0" indent="0" algn="ctr">
              <a:buNone/>
            </a:pPr>
            <a:r>
              <a:rPr lang="en-GB" sz="4000" b="1" dirty="0"/>
              <a:t>HOW Data Was Collected:</a:t>
            </a:r>
          </a:p>
          <a:p>
            <a:r>
              <a:rPr lang="en-GB" sz="4000" dirty="0"/>
              <a:t>Normal Traffic: Three virtual sensors published periodic readings to MQTT broker at fixed intervals</a:t>
            </a:r>
          </a:p>
          <a:p>
            <a:r>
              <a:rPr lang="en-GB" sz="4000" dirty="0"/>
              <a:t>DDoS Traffic: Custom Python flooding scripts published messages at extremely high rates</a:t>
            </a:r>
          </a:p>
          <a:p>
            <a:r>
              <a:rPr lang="en-GB" sz="4000" dirty="0"/>
              <a:t>Capture Method: Wireshark packet analysis tool captured all traffic at broker level</a:t>
            </a:r>
          </a:p>
          <a:p>
            <a:r>
              <a:rPr lang="en-GB" sz="4000" dirty="0"/>
              <a:t>Export Format: Structured CSV datasets with fields: No., Time, Source, Destination, Protocol, Length, Info</a:t>
            </a:r>
          </a:p>
          <a:p>
            <a:pPr marL="0" indent="0" algn="ctr">
              <a:buNone/>
            </a:pPr>
            <a:r>
              <a:rPr lang="en-GB" sz="4000" b="1" dirty="0"/>
              <a:t>WHEN Data Was Collected:</a:t>
            </a:r>
          </a:p>
          <a:p>
            <a:r>
              <a:rPr lang="en-GB" sz="4000" dirty="0"/>
              <a:t>Normal traffic generation: Continuous periodic sensor readings over controlled time periods</a:t>
            </a:r>
          </a:p>
          <a:p>
            <a:r>
              <a:rPr lang="en-GB" sz="4000" dirty="0"/>
              <a:t>DDoS simulation: Triggered after baseline normal traffic established</a:t>
            </a:r>
          </a:p>
          <a:p>
            <a:r>
              <a:rPr lang="en-GB" sz="4000" dirty="0"/>
              <a:t>Capture duration: Extended simulation runs to ensure comprehensive dataset representation</a:t>
            </a:r>
          </a:p>
          <a:p>
            <a:pPr marL="0" indent="0" algn="ctr">
              <a:buNone/>
            </a:pPr>
            <a:r>
              <a:rPr lang="en-GB" sz="4000" b="1" dirty="0"/>
              <a:t>Sample Size &amp; Characteristics:</a:t>
            </a:r>
          </a:p>
          <a:p>
            <a:r>
              <a:rPr lang="en-GB" sz="4000" dirty="0"/>
              <a:t>Normal Traffic Dataset: Periodic sensor readings with predictable intervals and stable patterns</a:t>
            </a:r>
          </a:p>
          <a:p>
            <a:r>
              <a:rPr lang="en-GB" sz="4000" dirty="0"/>
              <a:t>DDoS Traffic Dataset: Thousands of attack packets overwhelming broker with extreme message rates</a:t>
            </a:r>
          </a:p>
          <a:p>
            <a:r>
              <a:rPr lang="en-GB" sz="4000" dirty="0"/>
              <a:t>Feature Diversity: Packet-level attributes capturing timing, size, protocol, and source-destination relationships</a:t>
            </a:r>
          </a:p>
          <a:p>
            <a:r>
              <a:rPr lang="en-GB" sz="4000" dirty="0"/>
              <a:t>Dataset Balance: Clear separation between benign (low-volume, consistent) and malicious (high-volume, irregular) traffic</a:t>
            </a:r>
          </a:p>
          <a:p>
            <a:pPr marL="0" indent="0" algn="ctr">
              <a:buNone/>
            </a:pPr>
            <a:r>
              <a:rPr lang="en-GB" sz="4000" b="1" dirty="0"/>
              <a:t>Tools &amp; Platforms Used:</a:t>
            </a:r>
          </a:p>
          <a:p>
            <a:r>
              <a:rPr lang="en-GB" sz="4000" dirty="0"/>
              <a:t>Home Assistant OS: Smart home hub and automation platform</a:t>
            </a:r>
          </a:p>
          <a:p>
            <a:r>
              <a:rPr lang="en-GB" sz="4000" dirty="0"/>
              <a:t>Mosquitto MQTT Broker: Lightweight message broker for IoT communication</a:t>
            </a:r>
          </a:p>
          <a:p>
            <a:r>
              <a:rPr lang="en-GB" sz="4000" dirty="0"/>
              <a:t>Wireshark: Network packet </a:t>
            </a:r>
            <a:r>
              <a:rPr lang="en-GB" sz="4000" dirty="0" err="1"/>
              <a:t>analyzer</a:t>
            </a:r>
            <a:r>
              <a:rPr lang="en-GB" sz="4000" dirty="0"/>
              <a:t> and traffic capture tool</a:t>
            </a:r>
          </a:p>
          <a:p>
            <a:r>
              <a:rPr lang="en-GB" sz="4000" dirty="0"/>
              <a:t>Python: Custom scripts for DDoS simulation and traffic generation</a:t>
            </a:r>
          </a:p>
          <a:p>
            <a:r>
              <a:rPr lang="en-GB" sz="4000" dirty="0"/>
              <a:t>Pandas/NumPy: Data processing and feature engineering</a:t>
            </a:r>
          </a:p>
          <a:p>
            <a:r>
              <a:rPr lang="en-GB" sz="4000" dirty="0"/>
              <a:t>Scikit-learn: Machine learning model implementation (Isolation Forest, XGBoost)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DD2137-4FFF-A1DE-B4C6-7E0B2CB064B9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213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1D47C-3CC6-20F5-3094-E96D00C1D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0C99-3CF7-FBBF-0948-517B19BD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Results Presentation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2F0B4-3898-2545-B419-6B19D8147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825625"/>
            <a:ext cx="10816693" cy="4667250"/>
          </a:xfrm>
        </p:spPr>
        <p:txBody>
          <a:bodyPr numCol="2">
            <a:normAutofit/>
          </a:bodyPr>
          <a:lstStyle/>
          <a:p>
            <a:r>
              <a:rPr lang="en-GB" b="1" dirty="0"/>
              <a:t>Isolation Forest: Anomaly Detection Results</a:t>
            </a:r>
          </a:p>
          <a:p>
            <a:pPr marL="0" indent="0">
              <a:buNone/>
            </a:pPr>
            <a:endParaRPr lang="en-GB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6CCB68-991B-2F54-F71F-4C6E1A395E6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828A0E4-E09D-A2AF-8FD0-89A811319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227" y="1825625"/>
            <a:ext cx="5176028" cy="3403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DD79EC-2A2A-1E4A-9036-C951607E1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27" y="2761136"/>
            <a:ext cx="5096614" cy="331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665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D5A07-00F5-375E-634A-8990E3C25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0D26-17D6-A31E-7743-B162B112C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Results Presentation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7EA73-E173-B65E-718B-215A9FC15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6" y="1825625"/>
            <a:ext cx="10816693" cy="4667250"/>
          </a:xfrm>
        </p:spPr>
        <p:txBody>
          <a:bodyPr numCol="2">
            <a:normAutofit/>
          </a:bodyPr>
          <a:lstStyle/>
          <a:p>
            <a:r>
              <a:rPr lang="en-GB" b="1" dirty="0"/>
              <a:t>XGBoost: Supervised Classification Results</a:t>
            </a:r>
          </a:p>
          <a:p>
            <a:pPr marL="0" indent="0">
              <a:buNone/>
            </a:pPr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3C8210-D648-848D-E147-5548BF326FC9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EEA650B-9CC9-59E2-CB27-983FB643C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8227" y="2444510"/>
            <a:ext cx="5477120" cy="3429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B13072-5615-3E7C-EEB6-C161FD852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26" y="2654158"/>
            <a:ext cx="4904042" cy="344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61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F0A96-AC3D-FF74-CD71-4C702447F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9AB9-9BD3-E70E-C717-07432932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Results Presentation Continued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1DF77-17E7-3402-FCBD-ACEDF157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GB" b="1" dirty="0"/>
              <a:t>Live Deployment Results: Integration with Home Assistant</a:t>
            </a:r>
          </a:p>
          <a:p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B06A13-0E0D-80BA-4B12-47B7354E43D4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6F8D16CC-38CF-6535-C11D-1B73F3801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2" y="2377440"/>
            <a:ext cx="8669638" cy="401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94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E3E112-0E04-72DC-C771-4044112EA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A7C8-B114-B738-4FAB-9CD28526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Challenges &amp; Limitations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2C8C9-8B72-45B4-04AD-97ECEF15E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667250"/>
          </a:xfrm>
        </p:spPr>
        <p:txBody>
          <a:bodyPr numCol="3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GB" sz="2600" b="1" dirty="0"/>
              <a:t>Practical Challenges Faced</a:t>
            </a:r>
          </a:p>
          <a:p>
            <a:r>
              <a:rPr lang="en-GB" sz="2600" dirty="0"/>
              <a:t>Simulated environment may not fully capture real-world IoT heterogeneity and edge cases</a:t>
            </a:r>
          </a:p>
          <a:p>
            <a:r>
              <a:rPr lang="en-GB" sz="2600" dirty="0"/>
              <a:t>Feature consistency between training and live inference requires careful monitoring</a:t>
            </a:r>
          </a:p>
          <a:p>
            <a:r>
              <a:rPr lang="en-GB" sz="2600" dirty="0"/>
              <a:t>Computational overhead of model inference on resource-constrained devices</a:t>
            </a:r>
          </a:p>
          <a:p>
            <a:pPr marL="0" indent="0" algn="ctr">
              <a:buNone/>
            </a:pPr>
            <a:r>
              <a:rPr lang="en-GB" sz="2600" b="1" dirty="0"/>
              <a:t>Research Limitations</a:t>
            </a:r>
          </a:p>
          <a:p>
            <a:r>
              <a:rPr lang="en-GB" sz="2600" dirty="0"/>
              <a:t>Data realism: Simulated traffic may differ from actual household IoT patterns</a:t>
            </a:r>
          </a:p>
          <a:p>
            <a:r>
              <a:rPr lang="en-GB" sz="2600" dirty="0"/>
              <a:t>Limited to MQTT protocol; other IoT protocols (CoAP, Zigbee) not addressed</a:t>
            </a:r>
          </a:p>
          <a:p>
            <a:r>
              <a:rPr lang="en-GB" sz="2600" dirty="0"/>
              <a:t>Single-platform focus (Home Assistant) limits generalisability</a:t>
            </a:r>
          </a:p>
          <a:p>
            <a:pPr marL="0" indent="0" algn="ctr">
              <a:buNone/>
            </a:pPr>
            <a:r>
              <a:rPr lang="en-GB" sz="2600" b="1" dirty="0"/>
              <a:t>Future Research Recommendations</a:t>
            </a:r>
          </a:p>
          <a:p>
            <a:r>
              <a:rPr lang="en-GB" sz="2600" dirty="0"/>
              <a:t>Prioritise collecting data from physical IoT devices in actual household environments for improved generalisation</a:t>
            </a:r>
          </a:p>
          <a:p>
            <a:r>
              <a:rPr lang="en-GB" sz="2600" dirty="0"/>
              <a:t>Ensure consistency between training features and live inference inputs to reduce false negatives</a:t>
            </a:r>
          </a:p>
          <a:p>
            <a:r>
              <a:rPr lang="en-GB" sz="2600" dirty="0"/>
              <a:t>Explore hybrid architectures combining unsupervised and supervised models for layered detection</a:t>
            </a:r>
          </a:p>
          <a:p>
            <a:r>
              <a:rPr lang="en-GB" sz="2600" dirty="0"/>
              <a:t>Incorporate periodic retraining and adaptive learning to maintain model effectiveness as threats evolve</a:t>
            </a:r>
          </a:p>
          <a:p>
            <a:r>
              <a:rPr lang="en-GB" sz="2600" dirty="0"/>
              <a:t>Extend beyond detection to include automated responses like device isolation or traffic throttling</a:t>
            </a:r>
          </a:p>
          <a:p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55473B2-C492-4092-1CEF-06BAC1617F2A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178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4A539-F1B3-27B0-598C-23A399EC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FD90-9648-4A1A-E9BE-839F2D758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/>
              <a:t>Discussion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CC660-5DE0-0F1E-F39F-0B9B254A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563130"/>
            <a:ext cx="10515600" cy="5183109"/>
          </a:xfrm>
        </p:spPr>
        <p:txBody>
          <a:bodyPr numCol="3"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GB" sz="6400" b="1" dirty="0"/>
              <a:t>What Worked Well</a:t>
            </a:r>
          </a:p>
          <a:p>
            <a:r>
              <a:rPr lang="en-GB" sz="6400" dirty="0"/>
              <a:t>Realistic smart home testbed design using Home Assistant and MQTT</a:t>
            </a:r>
          </a:p>
          <a:p>
            <a:r>
              <a:rPr lang="en-GB" sz="6400" dirty="0"/>
              <a:t>Successful offline model performance (both Isolation Forest and XGBoost achieved high accuracy in controlled evaluation)</a:t>
            </a:r>
          </a:p>
          <a:p>
            <a:r>
              <a:rPr lang="en-GB" sz="6400" dirty="0"/>
              <a:t>Non-intrusive integration architecture that didn't disrupt smart home operations</a:t>
            </a:r>
          </a:p>
          <a:p>
            <a:r>
              <a:rPr lang="en-GB" sz="6400" dirty="0"/>
              <a:t>Comprehensive methodology combining simulation, data collection, and ML development</a:t>
            </a:r>
          </a:p>
          <a:p>
            <a:r>
              <a:rPr lang="en-GB" sz="6400" dirty="0"/>
              <a:t>Clear separation between normal and attack traffic in simulated datasets</a:t>
            </a:r>
          </a:p>
          <a:p>
            <a:pPr marL="0" indent="0" algn="ctr">
              <a:buNone/>
            </a:pPr>
            <a:r>
              <a:rPr lang="en-GB" sz="6400" b="1" dirty="0"/>
              <a:t>What Didn't Work / Key Limitations</a:t>
            </a:r>
          </a:p>
          <a:p>
            <a:r>
              <a:rPr lang="en-GB" sz="6400" dirty="0"/>
              <a:t>Feature mismatch between training (packet-level) and live inference (sensor-level)</a:t>
            </a:r>
          </a:p>
          <a:p>
            <a:r>
              <a:rPr lang="en-GB" sz="6400" dirty="0"/>
              <a:t>Simulated data lacked real-world variability and noise</a:t>
            </a:r>
          </a:p>
          <a:p>
            <a:r>
              <a:rPr lang="en-GB" sz="6400" dirty="0"/>
              <a:t>Models classified all live traffic as normal due to predictable sensor behavior</a:t>
            </a:r>
          </a:p>
          <a:p>
            <a:r>
              <a:rPr lang="en-GB" sz="6400" dirty="0"/>
              <a:t>Absence of real attack conditions during integration testing</a:t>
            </a:r>
          </a:p>
          <a:p>
            <a:r>
              <a:rPr lang="en-GB" sz="6400" dirty="0"/>
              <a:t>Limited generalization from offline to live deployment</a:t>
            </a:r>
          </a:p>
          <a:p>
            <a:pPr marL="0" indent="0" algn="ctr">
              <a:buNone/>
            </a:pPr>
            <a:r>
              <a:rPr lang="en-GB" sz="6400" b="1" dirty="0"/>
              <a:t>Theoretical Contributions:</a:t>
            </a:r>
          </a:p>
          <a:p>
            <a:r>
              <a:rPr lang="en-GB" sz="6400" dirty="0"/>
              <a:t>Demonstrated feasibility of AI-based DDoS detection in IoT smart home environments</a:t>
            </a:r>
          </a:p>
          <a:p>
            <a:r>
              <a:rPr lang="en-GB" sz="6400" dirty="0"/>
              <a:t>Comparative evaluation of unsupervised (Isolation Forest) vs. supervised (XGBoost) approaches</a:t>
            </a:r>
          </a:p>
          <a:p>
            <a:r>
              <a:rPr lang="en-GB" sz="6400" dirty="0"/>
              <a:t>Identified critical gap between offline model performance and real-world deployment effectiveness</a:t>
            </a:r>
          </a:p>
          <a:p>
            <a:r>
              <a:rPr lang="en-GB" sz="6400" dirty="0"/>
              <a:t>Highlighted importance of feature consistency and data realism in IoT IDS systems</a:t>
            </a:r>
          </a:p>
          <a:p>
            <a:pPr marL="0" indent="0" algn="ctr">
              <a:buNone/>
            </a:pPr>
            <a:r>
              <a:rPr lang="en-GB" sz="6400" b="1" dirty="0"/>
              <a:t>Practical Contributions:</a:t>
            </a:r>
          </a:p>
          <a:p>
            <a:r>
              <a:rPr lang="en-GB" sz="6400" dirty="0"/>
              <a:t>Designed and implemented a reproducible smart home testbed using open-source tools (Home Assistant, MQTT, Wireshark)</a:t>
            </a:r>
          </a:p>
          <a:p>
            <a:r>
              <a:rPr lang="en-GB" sz="6400" dirty="0"/>
              <a:t>Generated structured datasets for normal and DDoS MQTT traffic suitable for future research</a:t>
            </a:r>
          </a:p>
          <a:p>
            <a:r>
              <a:rPr lang="en-GB" sz="6400" dirty="0"/>
              <a:t>Developed end-to-end detection pipeline with non-intrusive integration architecture</a:t>
            </a:r>
          </a:p>
          <a:p>
            <a:r>
              <a:rPr lang="en-GB" sz="6400" dirty="0"/>
              <a:t>Provided clear documentation of deployment challenges and lessons learned</a:t>
            </a:r>
          </a:p>
          <a:p>
            <a:pPr marL="0" indent="0" algn="ctr">
              <a:buNone/>
            </a:pPr>
            <a:r>
              <a:rPr lang="en-GB" sz="6400" b="1" dirty="0"/>
              <a:t>Impact on Future Research:</a:t>
            </a:r>
          </a:p>
          <a:p>
            <a:r>
              <a:rPr lang="en-GB" sz="6400" dirty="0"/>
              <a:t>Establishes baseline for comparing AI-based IDS approaches in smart homes</a:t>
            </a:r>
          </a:p>
          <a:p>
            <a:r>
              <a:rPr lang="en-GB" sz="6400" dirty="0"/>
              <a:t>Provides replicable methodology for IoT security experimentation</a:t>
            </a:r>
          </a:p>
          <a:p>
            <a:r>
              <a:rPr lang="en-GB" sz="6400" dirty="0"/>
              <a:t>Identifies key areas for improvement: real-world data collection, feature alignment, hybrid architectures</a:t>
            </a:r>
          </a:p>
          <a:p>
            <a:r>
              <a:rPr lang="en-GB" sz="6400" dirty="0"/>
              <a:t>Contributes to growing body of knowledge on practical IoT cybersecurity solutions</a:t>
            </a:r>
          </a:p>
          <a:p>
            <a:endParaRPr lang="en-US" i="1" dirty="0">
              <a:solidFill>
                <a:srgbClr val="FF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38C946-0652-E7D6-78FC-813678F6263F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3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69759-052A-5CA2-9409-447B80B5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6B723-FE64-2C2B-112C-4C9DEA08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E4E72-0403-C90E-B0E2-D74643C70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To further advance the robustness and practicality of DDoS detection in IoT smart home environments, I recommend the following areas for future research and development: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A7B504-6BCD-0BA3-6AB4-24D8A7BD18C0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E878C76-FAAE-BEDF-81F2-FF1C1F2B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2" y="2482316"/>
            <a:ext cx="9492598" cy="424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32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7ED9B-71A4-7ACA-591F-B630F6FE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A440-1587-1CE2-FFE8-B83355B0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74254-298C-D055-C711-BF102C5AD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sz="2000" dirty="0"/>
              <a:t>This research successfully demonstrated the potential of AI-based detection for DDoS attacks in smart home environments, revealing both significant achievements and crucial areas for future development.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994DFC-825D-8C12-1738-D6C3DB276E2D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A74FA8C-83D6-4F43-0ED5-77A8568BE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87" y="2820226"/>
            <a:ext cx="10515600" cy="403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855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9BF30-E6D8-5B5B-82B2-F51B7AD5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4F6D2-FDA6-BC46-0D08-5F74D030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6AF95-893B-A364-7D9A-C27CF44F7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Ahmed, M., Mahmood, A. N., &amp; Islam, M. R. (2022). A survey of anomaly detection techniques in financial networks. Journal of Network and Computer Applications, 191, 103194.</a:t>
            </a:r>
          </a:p>
          <a:p>
            <a:r>
              <a:rPr lang="en-GB" dirty="0"/>
              <a:t>Bhatia, T., Sood, S. K., &amp; Gupta, A. (2021). Security attacks on cloud computing with special focus on DDoS and spoofing attacks. Journal of Ambient Intelligence and Humanized Computing, 12(2), 1689-1707.</a:t>
            </a:r>
          </a:p>
          <a:p>
            <a:r>
              <a:rPr lang="en-GB" dirty="0"/>
              <a:t>Doshi, R., Apthorpe, N., &amp; Feamster, N. (2021). Machine learning DDoS detection for consumer internet of things devices. In 2018 IEEE Security and Privacy Workshops (SPW) (pp. 29-35). IEEE.</a:t>
            </a:r>
          </a:p>
          <a:p>
            <a:r>
              <a:rPr lang="en-GB" dirty="0"/>
              <a:t>Hussain, F., Hussain, R., Hassan, S. A., &amp; Hossain, E. (2020). Machine learning for IoT security: Current solutions and future challenges. IEEE Communications Surveys &amp; Tutorials, 22(3), 1686-1721.</a:t>
            </a:r>
          </a:p>
          <a:p>
            <a:r>
              <a:rPr lang="en-GB" dirty="0" err="1"/>
              <a:t>Nkenyereye</a:t>
            </a:r>
            <a:r>
              <a:rPr lang="en-GB" dirty="0"/>
              <a:t>, L., Hafiane, A., &amp; Canals, R. (2022). Anomaly detection in IoT systems using machine learning. IEEE Internet of Things Journal, 9(8), 6123-6135.</a:t>
            </a:r>
          </a:p>
          <a:p>
            <a:r>
              <a:rPr lang="en-GB" dirty="0"/>
              <a:t>Rahman, M. S., Karmakar, G., &amp; Islam, M. R. (2023). DDoS attack detection in IoT networks using machine learning. Journal of Cybersecurity and Privacy, 3(1), 45-62.</a:t>
            </a:r>
          </a:p>
          <a:p>
            <a:r>
              <a:rPr lang="en-GB" dirty="0"/>
              <a:t>Wikipedia Contributors. (2019). Mirai (malware). In Wikipedia, The Free </a:t>
            </a:r>
            <a:r>
              <a:rPr lang="en-GB" dirty="0" err="1"/>
              <a:t>Encyclopedia</a:t>
            </a:r>
            <a:r>
              <a:rPr lang="en-GB" dirty="0"/>
              <a:t>. Retrieved from https://en.wikipedia.org/wiki/Mirai_(malware)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29C2A5-3D4A-AB8B-35CC-A0C7327DDA61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480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FD62C4-CDDF-997C-59F6-D88DE031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3E1D5-0049-110B-29B2-6F6BC0A11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27" y="365125"/>
            <a:ext cx="10515600" cy="132556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Executive Summary </a:t>
            </a:r>
            <a:endParaRPr lang="en-US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7C826-D375-BAB3-43C7-EE9D336D8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427" y="1825625"/>
            <a:ext cx="10515600" cy="4351338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This research addresses the critical challenge of DDoS detection in IoT smart home environments by developing and evaluating AI-based intrusion detection systems. Using a simulated Home Assistant environment with MQTT traffic, I trained and compared Isolation Forest (unsupervised) and XGBoost (supervised) models. Both achieved exceptional performance (98-99% accuracy), demonstrating that lightweight, non-intrusive AI solutions can effectively protect smart homes without modifying core system functionalities. The work provides a foundation for future research into adaptive, real-world IoT security systems.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7457C6-61D3-94B1-6A39-F0156E787171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960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29891-9BC7-5DEB-8759-D5E0ED605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A4EA-193B-E6CE-01EC-5743B8C3F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Q&amp;A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B56490-0ADA-F749-CEBF-E335FBB36316}"/>
              </a:ext>
            </a:extLst>
          </p:cNvPr>
          <p:cNvCxnSpPr>
            <a:cxnSpLocks/>
          </p:cNvCxnSpPr>
          <p:nvPr/>
        </p:nvCxnSpPr>
        <p:spPr>
          <a:xfrm flipH="1">
            <a:off x="525162" y="1563130"/>
            <a:ext cx="84087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022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E2F4A1C5737404AA29ACCAF4ACF7929" ma:contentTypeVersion="14" ma:contentTypeDescription="Create a new document." ma:contentTypeScope="" ma:versionID="b1138fc30112e532684a3844b00088b2">
  <xsd:schema xmlns:xsd="http://www.w3.org/2001/XMLSchema" xmlns:xs="http://www.w3.org/2001/XMLSchema" xmlns:p="http://schemas.microsoft.com/office/2006/metadata/properties" xmlns:ns2="5f174165-9e85-4698-9101-9df70a8b8bcc" xmlns:ns3="59cd5ed3-f717-4fd0-ac6b-966345ff2509" targetNamespace="http://schemas.microsoft.com/office/2006/metadata/properties" ma:root="true" ma:fieldsID="c9ac159f03f3a3cc81b964132c323051" ns2:_="" ns3:_="">
    <xsd:import namespace="5f174165-9e85-4698-9101-9df70a8b8bcc"/>
    <xsd:import namespace="59cd5ed3-f717-4fd0-ac6b-966345ff25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174165-9e85-4698-9101-9df70a8b8b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abb1a67c-477c-4f54-866d-e73c7b3fe0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d5ed3-f717-4fd0-ac6b-966345ff250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174165-9e85-4698-9101-9df70a8b8b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032408-9DD7-44B2-8F33-9CF0367CBF0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9BBD72-5396-4575-8A0B-FA6CC524C8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174165-9e85-4698-9101-9df70a8b8bcc"/>
    <ds:schemaRef ds:uri="59cd5ed3-f717-4fd0-ac6b-966345ff25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A93ECB7-811A-478B-B876-D16AAA496A70}">
  <ds:schemaRefs>
    <ds:schemaRef ds:uri="http://schemas.microsoft.com/office/2006/metadata/properties"/>
    <ds:schemaRef ds:uri="http://schemas.microsoft.com/office/infopath/2007/PartnerControls"/>
    <ds:schemaRef ds:uri="dafeb0ad-13d5-4e0d-8144-31148812dcc0"/>
    <ds:schemaRef ds:uri="a8fa98bc-f420-44dd-88e1-8912e31aef73"/>
    <ds:schemaRef ds:uri="5f174165-9e85-4698-9101-9df70a8b8bcc"/>
  </ds:schemaRefs>
</ds:datastoreItem>
</file>

<file path=docMetadata/LabelInfo.xml><?xml version="1.0" encoding="utf-8"?>
<clbl:labelList xmlns:clbl="http://schemas.microsoft.com/office/2020/mipLabelMetadata">
  <clbl:label id="{5c8ae38e-f85b-4309-b7ec-862815a37aee}" enabled="0" method="" siteId="{5c8ae38e-f85b-4309-b7ec-862815a37ae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</TotalTime>
  <Words>2845</Words>
  <Application>Microsoft Office PowerPoint</Application>
  <PresentationFormat>Widescreen</PresentationFormat>
  <Paragraphs>297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MS Gothic</vt:lpstr>
      <vt:lpstr>Arial</vt:lpstr>
      <vt:lpstr>Calibri</vt:lpstr>
      <vt:lpstr>Calibri Light</vt:lpstr>
      <vt:lpstr>Helvetica</vt:lpstr>
      <vt:lpstr>Times New Roman</vt:lpstr>
      <vt:lpstr>Office Theme</vt:lpstr>
      <vt:lpstr>AI-Based Detection of DDoS Attacks in IoT Smart Home Environments</vt:lpstr>
      <vt:lpstr>PowerPoint Presentation</vt:lpstr>
      <vt:lpstr>PowerPoint Presentation</vt:lpstr>
      <vt:lpstr>Table of Content </vt:lpstr>
      <vt:lpstr>Introduction</vt:lpstr>
      <vt:lpstr>Problem Statement</vt:lpstr>
      <vt:lpstr>Problem Statement Continued</vt:lpstr>
      <vt:lpstr>Research Aim and Objectives</vt:lpstr>
      <vt:lpstr>Literature Review Summary</vt:lpstr>
      <vt:lpstr>Methodology</vt:lpstr>
      <vt:lpstr>Data Collection Process</vt:lpstr>
      <vt:lpstr>Results Presentation</vt:lpstr>
      <vt:lpstr>Results Presentation</vt:lpstr>
      <vt:lpstr>Results Presentation Continued</vt:lpstr>
      <vt:lpstr>Challenges &amp; Limitations</vt:lpstr>
      <vt:lpstr>Discussion</vt:lpstr>
      <vt:lpstr>Future Work</vt:lpstr>
      <vt:lpstr>Conclusion</vt:lpstr>
      <vt:lpstr>References</vt:lpstr>
      <vt:lpstr>Executive Summary 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Lucy Pittard</dc:creator>
  <cp:lastModifiedBy>JOSEPH OWOLABI</cp:lastModifiedBy>
  <cp:revision>11</cp:revision>
  <dcterms:created xsi:type="dcterms:W3CDTF">2023-06-15T10:03:21Z</dcterms:created>
  <dcterms:modified xsi:type="dcterms:W3CDTF">2026-01-12T20:55:04Z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0x0101001E2F4A1C5737404AA29ACCAF4ACF7929</vt:lpwstr>
  </property>
</Properties>
</file>